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edab6fb3d4f49e5" /><Relationship Type="http://schemas.openxmlformats.org/officeDocument/2006/relationships/extended-properties" Target="/docProps/app.xml" Id="Rb7af7b7e0ff9415a" /><Relationship Type="http://schemas.openxmlformats.org/officeDocument/2006/relationships/officeDocument" Target="/ppt/presentation.xml" Id="R86199dcdb31d4a0d" /></Relationships>
</file>

<file path=ppt/presentation.xml><?xml version="1.0" encoding="utf-8"?>
<p:presentation xmlns:p="http://schemas.openxmlformats.org/presentationml/2006/main">
  <p:sldMasterIdLst>
    <p:sldMasterId xmlns:r="http://schemas.openxmlformats.org/officeDocument/2006/relationships" id="2147483648" r:id="R079ce1581f1a4168"/>
  </p:sldMasterIdLst>
  <p:notesMasterIdLst>
    <p:notesMasterId xmlns:r="http://schemas.openxmlformats.org/officeDocument/2006/relationships" r:id="R64597a36e3de4434"/>
  </p:notesMasterIdLst>
  <p:sldIdLst>
    <p:sldId xmlns:r="http://schemas.openxmlformats.org/officeDocument/2006/relationships" id="256" r:id="Rb249a30ab1e14bd9"/>
    <p:sldId xmlns:r="http://schemas.openxmlformats.org/officeDocument/2006/relationships" id="257" r:id="R2c3db3b43b8942d5"/>
    <p:sldId xmlns:r="http://schemas.openxmlformats.org/officeDocument/2006/relationships" id="258" r:id="R6493340d8c744613"/>
    <p:sldId xmlns:r="http://schemas.openxmlformats.org/officeDocument/2006/relationships" id="259" r:id="R24e642fec6644a78"/>
    <p:sldId xmlns:r="http://schemas.openxmlformats.org/officeDocument/2006/relationships" id="260" r:id="R6573c1c6e0c34451"/>
    <p:sldId xmlns:r="http://schemas.openxmlformats.org/officeDocument/2006/relationships" id="261" r:id="Rc1922d823c664204"/>
    <p:sldId xmlns:r="http://schemas.openxmlformats.org/officeDocument/2006/relationships" id="262" r:id="R322673b95b124908"/>
    <p:sldId xmlns:r="http://schemas.openxmlformats.org/officeDocument/2006/relationships" id="263" r:id="Re1f0a2e5023d4d78"/>
    <p:sldId xmlns:r="http://schemas.openxmlformats.org/officeDocument/2006/relationships" id="264" r:id="R970fe39d5bf745e6"/>
    <p:sldId xmlns:r="http://schemas.openxmlformats.org/officeDocument/2006/relationships" id="265" r:id="Rc488b0552214424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b39324afaccb408e" /><Relationship Type="http://schemas.openxmlformats.org/officeDocument/2006/relationships/slideMaster" Target="/ppt/slideMasters/slideMaster1.xml" Id="R079ce1581f1a4168" /><Relationship Type="http://schemas.openxmlformats.org/officeDocument/2006/relationships/notesMaster" Target="/ppt/notesMasters/notesMaster1.xml" Id="R64597a36e3de4434" /><Relationship Type="http://schemas.openxmlformats.org/officeDocument/2006/relationships/presProps" Target="/ppt/presProps.xml" Id="R452460c7880b487f" /><Relationship Type="http://schemas.openxmlformats.org/officeDocument/2006/relationships/viewProps" Target="/ppt/viewProps.xml" Id="Rb3d5b306797d4fb5" /><Relationship Type="http://schemas.openxmlformats.org/officeDocument/2006/relationships/tableStyles" Target="/ppt/tableStyles.xml" Id="Rb6bd31fe18614bb7" /><Relationship Type="http://schemas.openxmlformats.org/officeDocument/2006/relationships/slide" Target="/ppt/slides/slide1.xml" Id="Rb249a30ab1e14bd9" /><Relationship Type="http://schemas.openxmlformats.org/officeDocument/2006/relationships/slide" Target="/ppt/slides/slide2.xml" Id="R2c3db3b43b8942d5" /><Relationship Type="http://schemas.openxmlformats.org/officeDocument/2006/relationships/slide" Target="/ppt/slides/slide3.xml" Id="R6493340d8c744613" /><Relationship Type="http://schemas.openxmlformats.org/officeDocument/2006/relationships/slide" Target="/ppt/slides/slide4.xml" Id="R24e642fec6644a78" /><Relationship Type="http://schemas.openxmlformats.org/officeDocument/2006/relationships/slide" Target="/ppt/slides/slide5.xml" Id="R6573c1c6e0c34451" /><Relationship Type="http://schemas.openxmlformats.org/officeDocument/2006/relationships/slide" Target="/ppt/slides/slide6.xml" Id="Rc1922d823c664204" /><Relationship Type="http://schemas.openxmlformats.org/officeDocument/2006/relationships/slide" Target="/ppt/slides/slide7.xml" Id="R322673b95b124908" /><Relationship Type="http://schemas.openxmlformats.org/officeDocument/2006/relationships/slide" Target="/ppt/slides/slide8.xml" Id="Re1f0a2e5023d4d78" /><Relationship Type="http://schemas.openxmlformats.org/officeDocument/2006/relationships/slide" Target="/ppt/slides/slide9.xml" Id="R970fe39d5bf745e6" /><Relationship Type="http://schemas.openxmlformats.org/officeDocument/2006/relationships/slide" Target="/ppt/slides/slide10.xml" Id="Rc488b0552214424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73fa19d75f148d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Archway">
  <a:themeElements>
    <a:clrScheme name="Archway">
      <a:dk1>
        <a:sysClr val="windowText" lastClr="000000"/>
      </a:dk1>
      <a:lt1>
        <a:sysClr val="window" lastClr="FFFFFF"/>
      </a:lt1>
      <a:dk2>
        <a:srgbClr val="424C4E"/>
      </a:dk2>
      <a:lt2>
        <a:srgbClr val="EDE9E7"/>
      </a:lt2>
      <a:accent1>
        <a:srgbClr val="9FA597"/>
      </a:accent1>
      <a:accent2>
        <a:srgbClr val="AEA67E"/>
      </a:accent2>
      <a:accent3>
        <a:srgbClr val="957D71"/>
      </a:accent3>
      <a:accent4>
        <a:srgbClr val="C88769"/>
      </a:accent4>
      <a:accent5>
        <a:srgbClr val="97A4AA"/>
      </a:accent5>
      <a:accent6>
        <a:srgbClr val="9FA4A5"/>
      </a:accent6>
      <a:hlink>
        <a:srgbClr val="8C9484"/>
      </a:hlink>
      <a:folHlink>
        <a:srgbClr val="C17957"/>
      </a:folHlink>
    </a:clrScheme>
    <a:fontScheme name="Archway">
      <a:majorFont>
        <a:latin typeface="Felix Titling"/>
        <a:ea typeface=""/>
        <a:cs typeface=""/>
      </a:majorFont>
      <a:minorFont>
        <a:latin typeface="Goudy Old Style"/>
        <a:ea typeface=""/>
        <a:cs typeface=""/>
      </a:minorFont>
    </a:fontScheme>
    <a:fmtScheme name="Archway">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0c27b724fa14745" /><Relationship Type="http://schemas.openxmlformats.org/officeDocument/2006/relationships/notesMaster" Target="/ppt/notesMasters/notesMaster1.xml" Id="R96867f76d6d24e5f" /></Relationships>
</file>

<file path=ppt/notesSlides/_rels/notesSlide2.xml.rels>&#65279;<?xml version="1.0" encoding="utf-8"?><Relationships xmlns="http://schemas.openxmlformats.org/package/2006/relationships"><Relationship Type="http://schemas.openxmlformats.org/officeDocument/2006/relationships/slide" Target="/ppt/slides/slide2.xml" Id="R08845f858f044858" /><Relationship Type="http://schemas.openxmlformats.org/officeDocument/2006/relationships/notesMaster" Target="/ppt/notesMasters/notesMaster1.xml" Id="R72128f492e864228" /></Relationships>
</file>

<file path=ppt/notesSlides/_rels/notesSlide3.xml.rels>&#65279;<?xml version="1.0" encoding="utf-8"?><Relationships xmlns="http://schemas.openxmlformats.org/package/2006/relationships"><Relationship Type="http://schemas.openxmlformats.org/officeDocument/2006/relationships/slide" Target="/ppt/slides/slide3.xml" Id="R884d64eb7d6b41c9" /><Relationship Type="http://schemas.openxmlformats.org/officeDocument/2006/relationships/notesMaster" Target="/ppt/notesMasters/notesMaster1.xml" Id="R7c640812d8b346c3" /></Relationships>
</file>

<file path=ppt/notesSlides/_rels/notesSlide4.xml.rels>&#65279;<?xml version="1.0" encoding="utf-8"?><Relationships xmlns="http://schemas.openxmlformats.org/package/2006/relationships"><Relationship Type="http://schemas.openxmlformats.org/officeDocument/2006/relationships/slide" Target="/ppt/slides/slide4.xml" Id="R2d9dcad61e794ead" /><Relationship Type="http://schemas.openxmlformats.org/officeDocument/2006/relationships/notesMaster" Target="/ppt/notesMasters/notesMaster1.xml" Id="Rd2f75d362c824153" /></Relationships>
</file>

<file path=ppt/notesSlides/_rels/notesSlide5.xml.rels>&#65279;<?xml version="1.0" encoding="utf-8"?><Relationships xmlns="http://schemas.openxmlformats.org/package/2006/relationships"><Relationship Type="http://schemas.openxmlformats.org/officeDocument/2006/relationships/slide" Target="/ppt/slides/slide5.xml" Id="R0c9a32d2c3e34cf6" /><Relationship Type="http://schemas.openxmlformats.org/officeDocument/2006/relationships/notesMaster" Target="/ppt/notesMasters/notesMaster1.xml" Id="Rcd58ec7612c34b9d" /></Relationships>
</file>

<file path=ppt/notesSlides/_rels/notesSlide6.xml.rels>&#65279;<?xml version="1.0" encoding="utf-8"?><Relationships xmlns="http://schemas.openxmlformats.org/package/2006/relationships"><Relationship Type="http://schemas.openxmlformats.org/officeDocument/2006/relationships/slide" Target="/ppt/slides/slide6.xml" Id="R3eb4825b766f466d" /><Relationship Type="http://schemas.openxmlformats.org/officeDocument/2006/relationships/notesMaster" Target="/ppt/notesMasters/notesMaster1.xml" Id="R8ebf279447cb4e02" /></Relationships>
</file>

<file path=ppt/notesSlides/_rels/notesSlide7.xml.rels>&#65279;<?xml version="1.0" encoding="utf-8"?><Relationships xmlns="http://schemas.openxmlformats.org/package/2006/relationships"><Relationship Type="http://schemas.openxmlformats.org/officeDocument/2006/relationships/slide" Target="/ppt/slides/slide7.xml" Id="R72155f99f2c64700" /><Relationship Type="http://schemas.openxmlformats.org/officeDocument/2006/relationships/notesMaster" Target="/ppt/notesMasters/notesMaster1.xml" Id="Ra934bc88df374736" /></Relationships>
</file>

<file path=ppt/notesSlides/_rels/notesSlide8.xml.rels>&#65279;<?xml version="1.0" encoding="utf-8"?><Relationships xmlns="http://schemas.openxmlformats.org/package/2006/relationships"><Relationship Type="http://schemas.openxmlformats.org/officeDocument/2006/relationships/slide" Target="/ppt/slides/slide8.xml" Id="Rd490e213a7c34784" /><Relationship Type="http://schemas.openxmlformats.org/officeDocument/2006/relationships/notesMaster" Target="/ppt/notesMasters/notesMaster1.xml" Id="Rfd6bf79431224672" /></Relationships>
</file>

<file path=ppt/notesSlides/_rels/notesSlide9.xml.rels>&#65279;<?xml version="1.0" encoding="utf-8"?><Relationships xmlns="http://schemas.openxmlformats.org/package/2006/relationships"><Relationship Type="http://schemas.openxmlformats.org/officeDocument/2006/relationships/slide" Target="/ppt/slides/slide9.xml" Id="Rff044791c3c3421d" /><Relationship Type="http://schemas.openxmlformats.org/officeDocument/2006/relationships/notesMaster" Target="/ppt/notesMasters/notesMaster1.xml" Id="R84a9cb32f6a442a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f2fb6869fa34e73" /><Relationship Type="http://schemas.openxmlformats.org/officeDocument/2006/relationships/notesMaster" Target="/ppt/notesMasters/notesMaster1.xml" Id="R4497f69ad2a44be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constraint everyone in the room already knows: the task queue can grow faster than one checkout can absorb. I had more than one hundred AwesomeHR Asana tasks; 75 have now gone through Factory. The model was not the first bottleneck. The development environment was.</a:t>
            </a:r>
          </a:p>
          <a:p xmlns:a="http://schemas.openxmlformats.org/drawingml/2006/main">
            <a:r>
              <a:t/>
            </a:r>
            <a:endParaRPr/>
          </a:p>
          <a:p xmlns:a="http://schemas.openxmlformats.org/drawingml/2006/main">
            <a:r>
              <a:t>[Sources]</a:t>
            </a:r>
          </a:p>
          <a:p xmlns:a="http://schemas.openxmlformats.org/drawingml/2006/main">
            <a:r>
              <a:t>- Presenter-provided AwesomeHR task statistics, 2026-08-29.</a:t>
            </a:r>
          </a:p>
          <a:p xmlns:a="http://schemas.openxmlformats.org/drawingml/2006/main">
            <a:r>
              <a:t>- README.md — Factory overview and persistent development queue.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Worktrees, previews, tests, review and multi-agent task sharing are becoming standard capabilities. Claude, Codex, GitHub and Factory.ai each cover meaningful parts of that surface. The remaining gap for this local workflow is a durable queue that schedules the whole disposable environment: worktree, dependencies, database, preview, checks, publication and cleanup.</a:t>
            </a:r>
          </a:p>
          <a:p xmlns:a="http://schemas.openxmlformats.org/drawingml/2006/main">
            <a:r>
              <a:t/>
            </a:r>
            <a:endParaRPr/>
          </a:p>
          <a:p xmlns:a="http://schemas.openxmlformats.org/drawingml/2006/main">
            <a:r>
              <a:t>[Sources]</a:t>
            </a:r>
          </a:p>
          <a:p xmlns:a="http://schemas.openxmlformats.org/drawingml/2006/main">
            <a:r>
              <a:t>- Presenter-provided comparison framing, 2026-08-29.</a:t>
            </a:r>
          </a:p>
          <a:p xmlns:a="http://schemas.openxmlformats.org/drawingml/2006/main">
            <a:r>
              <a:t>- README.md — external worktrees, queue and full worker lifecycle.</a:t>
            </a:r>
          </a:p>
          <a:p xmlns:a="http://schemas.openxmlformats.org/drawingml/2006/main">
            <a:r>
              <a:t>- docs/tasks/TASK-worktree-test-database-isolation.md — database collision problem.</a:t>
            </a:r>
          </a:p>
          <a:p xmlns:a="http://schemas.openxmlformats.org/drawingml/2006/main">
            <a:r>
              <a:t>Claude Code Desktop and Agent Teams: https://code.claude.com/docs/en/desktop ; https://code.claude.com/docs/en/agent-teams</a:t>
            </a:r>
          </a:p>
          <a:p xmlns:a="http://schemas.openxmlformats.org/drawingml/2006/main">
            <a:r>
              <a:t>OpenAI Codex local environments and code review: https://learn.chatgpt.com/docs/environments/local-environment ; https://learn.chatgpt.com/docs/code-review</a:t>
            </a:r>
          </a:p>
          <a:p xmlns:a="http://schemas.openxmlformats.org/drawingml/2006/main">
            <a:r>
              <a:t>GitHub Copilot environment and Fleet: https://docs.github.com/en/copilot/how-tos/copilot-on-github/customize-copilot/customize-cloud-agent/customize-the-agent-environment ; https://docs.github.com/en/copilot/concepts/agents/copilot-cli/fleet</a:t>
            </a:r>
          </a:p>
          <a:p xmlns:a="http://schemas.openxmlformats.org/drawingml/2006/main">
            <a:r>
              <a:t>Factory.ai Missions, QA, and review: https://docs.factory.ai/missions/overview ; https://docs.factory.ai/software-factory/automated-qa ; https://docs.factory.ai/software-factory/code-review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Factory treats the environment, not the chat, as the unit of concurrency. Every active task has its own external worktree, branch, worker session, test database when isolation is enabled, checks and single task commit. Concurrency can change while the queue is running; decreasing it never kills active workers.</a:t>
            </a:r>
          </a:p>
          <a:p xmlns:a="http://schemas.openxmlformats.org/drawingml/2006/main">
            <a:endParaRPr/>
          </a:p>
          <a:p xmlns:a="http://schemas.openxmlformats.org/drawingml/2006/main">
            <a:r>
              <a:t>[Sources]</a:t>
            </a:r>
          </a:p>
          <a:p xmlns:a="http://schemas.openxmlformats.org/drawingml/2006/main">
            <a:r>
              <a:t>- README.md — start modes, dynamic concurrency and one-task commit.</a:t>
            </a:r>
          </a:p>
          <a:p xmlns:a="http://schemas.openxmlformats.org/drawingml/2006/main">
            <a:r>
              <a:t>- config.default.json — concurrency 3, maxConcurrency 20.</a:t>
            </a:r>
          </a:p>
          <a:p xmlns:a="http://schemas.openxmlformats.org/drawingml/2006/main">
            <a:r>
              <a:t>- docs/tasks/TASK-worktree-test-database-isolation.md — deterministic worker database.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Factory is deliberately more than a launcher. Intake can come from read-only Asana normalization, a native local task, or a normalized file. Native code owns state and scheduling. Workers implement in parallel. Review pins the exact commit and plan. Integration is serialized, pushes are non-force, and cleanup only happens after publication is verified.</a:t>
            </a:r>
          </a:p>
          <a:p xmlns:a="http://schemas.openxmlformats.org/drawingml/2006/main">
            <a:endParaRPr/>
          </a:p>
          <a:p xmlns:a="http://schemas.openxmlformats.org/drawingml/2006/main">
            <a:r>
              <a:t>[Sources]</a:t>
            </a:r>
          </a:p>
          <a:p xmlns:a="http://schemas.openxmlformats.org/drawingml/2006/main">
            <a:r>
              <a:t>- README.md — end-to-end queue workflow.</a:t>
            </a:r>
          </a:p>
          <a:p xmlns:a="http://schemas.openxmlformats.org/drawingml/2006/main">
            <a:r>
              <a:t>- docs/tasks/TASK-native-intake-boundary-phase-5.md — source-neutral intake boundary.</a:t>
            </a:r>
          </a:p>
          <a:p xmlns:a="http://schemas.openxmlformats.org/drawingml/2006/main">
            <a:r>
              <a:t>- docs/tasks/TASK-native-integration-pipeline-phase-4.md — exact-SHA publication.</a:t>
            </a:r>
          </a:p>
          <a:p xmlns:a="http://schemas.openxmlformats.org/drawingml/2006/main">
            <a:r>
              <a:t>- docs/tasks/TASK-native-factory-scheduler-phase-3.md — native scheduler.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boundary is the design principle. Deterministic operations are code: state, scheduling, worktrees, databases, tests, Git, pushes and cleanup. AI is reserved for interpretation and judgment: normalization, planning, implementation, analysis and review. The Asana connector is read-only, and AI cannot edit state.json or launch a worker directly.</a:t>
            </a:r>
          </a:p>
          <a:p xmlns:a="http://schemas.openxmlformats.org/drawingml/2006/main">
            <a:endParaRPr/>
          </a:p>
          <a:p xmlns:a="http://schemas.openxmlformats.org/drawingml/2006/main">
            <a:r>
              <a:t>[Sources]</a:t>
            </a:r>
          </a:p>
          <a:p xmlns:a="http://schemas.openxmlformats.org/drawingml/2006/main">
            <a:r>
              <a:t>- factory help output — “deterministic local commands (no AI interpretation)”.</a:t>
            </a:r>
          </a:p>
          <a:p xmlns:a="http://schemas.openxmlformats.org/drawingml/2006/main">
            <a:r>
              <a:t>- README.md — native commands versus judgment-heavy workflows.</a:t>
            </a:r>
          </a:p>
          <a:p xmlns:a="http://schemas.openxmlformats.org/drawingml/2006/main">
            <a:r>
              <a:t>- docs/tasks/TASK-native-intake-boundary-phase-5.md — AI cannot mutate queue identity or state.</a:t>
            </a:r>
          </a:p>
          <a:p xmlns:a="http://schemas.openxmlformats.org/drawingml/2006/main">
            <a:r>
              <a:t>- docs/tasks/TASK-native-integration-pipeline-phase-4.md — native publication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Preview is the visible payoff. One command starts Laravel and Vite from the exact worker worktree on private loopback ports. Starting a preview for another task stops the previous process trees first. Compatible dependency directories can be linked safely and the temporary artifacts are cleaned later. The preview uses the development environment; the isolated per-worker database is for test commands.</a:t>
            </a:r>
          </a:p>
          <a:p xmlns:a="http://schemas.openxmlformats.org/drawingml/2006/main">
            <a:endParaRPr/>
          </a:p>
          <a:p xmlns:a="http://schemas.openxmlformats.org/drawingml/2006/main">
            <a:r>
              <a:t>[Sources]</a:t>
            </a:r>
          </a:p>
          <a:p xmlns:a="http://schemas.openxmlformats.org/drawingml/2006/main">
            <a:r>
              <a:t>- Actual local output of factory help preview, captured 2026-08-17.</a:t>
            </a:r>
          </a:p>
          <a:p xmlns:a="http://schemas.openxmlformats.org/drawingml/2006/main">
            <a:r>
              <a:t>- README.md — native worktree preview behavior.</a:t>
            </a:r>
          </a:p>
          <a:p xmlns:a="http://schemas.openxmlformats.org/drawingml/2006/main">
            <a:r>
              <a:t>- CHANGELOG.md — preview ports, process identity and dependency reuse.</a:t>
            </a:r>
          </a:p>
          <a:p xmlns:a="http://schemas.openxmlformats.org/drawingml/2006/main">
            <a:r>
              <a:t>- config.default.json — preview port ranges and dependencyLinks.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Factory is no longer an Asana-only workflow. I can run factory new with no text, open the printed chat command, paste a GitHub issue into the worker and refine the plan there. I can also create a task with text, use auto mode for a clear brief, or import a normalized envelope. The GitHub URL is conversational input inside the worker; there is not yet a native GitHub intake adapter.</a:t>
            </a:r>
          </a:p>
          <a:p xmlns:a="http://schemas.openxmlformats.org/drawingml/2006/main">
            <a:endParaRPr/>
          </a:p>
          <a:p xmlns:a="http://schemas.openxmlformats.org/drawingml/2006/main">
            <a:r>
              <a:t>[Sources]</a:t>
            </a:r>
          </a:p>
          <a:p xmlns:a="http://schemas.openxmlformats.org/drawingml/2006/main">
            <a:r>
              <a:t>- README.md — native local task creation and chat handoff.</a:t>
            </a:r>
          </a:p>
          <a:p xmlns:a="http://schemas.openxmlformats.org/drawingml/2006/main">
            <a:r>
              <a:t>- docs/tasks/TASK-native-local-task-intake.md — empty interactive task behavior.</a:t>
            </a:r>
          </a:p>
          <a:p xmlns:a="http://schemas.openxmlformats.org/drawingml/2006/main">
            <a:r>
              <a:t>- Presenter-provided GitHub-in-worker workflow, 2026-08-17.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queue and scheduler are runtime-neutral. The orchestrator can run in Claude Code or Codex, and workers can use either runtime. Every worker gets the same worktree, database, preview and checks contract. Factory exposes the same task-oriented status, chat and doctor commands across runtimes.</a:t>
            </a:r>
          </a:p>
          <a:p xmlns:a="http://schemas.openxmlformats.org/drawingml/2006/main">
            <a:r>
              <a:t/>
            </a:r>
            <a:endParaRPr/>
          </a:p>
          <a:p xmlns:a="http://schemas.openxmlformats.org/drawingml/2006/main">
            <a:r>
              <a:t>[Sources]</a:t>
            </a:r>
          </a:p>
          <a:p xmlns:a="http://schemas.openxmlformats.org/drawingml/2006/main">
            <a:r>
              <a:t>- README.md — orchestrator and worker runtime selection.</a:t>
            </a:r>
          </a:p>
          <a:p xmlns:a="http://schemas.openxmlformats.org/drawingml/2006/main">
            <a:r>
              <a:t>- factory help start — agent runtime selection.</a:t>
            </a:r>
          </a:p>
          <a:p xmlns:a="http://schemas.openxmlformats.org/drawingml/2006/main">
            <a:r>
              <a:t>- docs/tasks/SPIKE-codex-worker-session-integration.md — durable Codex threads.</a:t>
            </a:r>
          </a:p>
          <a:p xmlns:a="http://schemas.openxmlformats.org/drawingml/2006/main">
            <a:r>
              <a:t>- config.default.json — worker agent and concurrency 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Prompts are not a security boundary. Factory uses invariants that native code can verify: external worktrees, immutable approval, isolated checks, no-force pushes with reachability verification, and cleanup only after sessions stop. Most of the hard engineering came from lifecycle edges: Windows UTF-8 and argv, stale Agent View rows, junctions that could escape a worktree, and background worker fallback paths that must fail closed.</a:t>
            </a:r>
          </a:p>
          <a:p xmlns:a="http://schemas.openxmlformats.org/drawingml/2006/main">
            <a:endParaRPr/>
          </a:p>
          <a:p xmlns:a="http://schemas.openxmlformats.org/drawingml/2006/main">
            <a:r>
              <a:t>[Sources]</a:t>
            </a:r>
          </a:p>
          <a:p xmlns:a="http://schemas.openxmlformats.org/drawingml/2006/main">
            <a:r>
              <a:t>- README.md — human review gate, immutable SHA, non-force push and strict cleanup.</a:t>
            </a:r>
          </a:p>
          <a:p xmlns:a="http://schemas.openxmlformats.org/drawingml/2006/main">
            <a:r>
              <a:t>- docs/tasks/TASK-native-integration-pipeline-phase-4.md — publication invariants.</a:t>
            </a:r>
          </a:p>
          <a:p xmlns:a="http://schemas.openxmlformats.org/drawingml/2006/main">
            <a:r>
              <a:t>- docs/tasks/TASK-windows-powershell-native-utf8-capture.md — UTF-8 process boundary.</a:t>
            </a:r>
          </a:p>
          <a:p xmlns:a="http://schemas.openxmlformats.org/drawingml/2006/main">
            <a:r>
              <a:t>- docs/tasks/TASK-agent-view-session-hygiene.md — PID-aware session cleanup.</a:t>
            </a:r>
          </a:p>
          <a:p xmlns:a="http://schemas.openxmlformats.org/drawingml/2006/main">
            <a:r>
              <a:t>- docs/tasks/TASK-worker-launch-and-reconcile-integrity.md — junction and stale-session failures.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not a speculative architecture. More than one hundred AwesomeHR Asana tasks are already closed, 75 through Factory. Claude Code or Codex can orchestrate and execute workers, and the full lifecycle suite covers workers, databases, preview switching, review, publication and cleanup. The point is simple: stop managing worktrees by hand; manage a queue with explicit gates.</a:t>
            </a:r>
          </a:p>
          <a:p xmlns:a="http://schemas.openxmlformats.org/drawingml/2006/main">
            <a:r>
              <a:t/>
            </a:r>
            <a:endParaRPr/>
          </a:p>
          <a:p xmlns:a="http://schemas.openxmlformats.org/drawingml/2006/main">
            <a:r>
              <a:t>[Sources]</a:t>
            </a:r>
          </a:p>
          <a:p xmlns:a="http://schemas.openxmlformats.org/drawingml/2006/main">
            <a:r>
              <a:t>- Presenter-provided AwesomeHR task statistics, 2026-08-29.</a:t>
            </a:r>
          </a:p>
          <a:p xmlns:a="http://schemas.openxmlformats.org/drawingml/2006/main">
            <a:r>
              <a:t>- README.md — selectable Claude and Codex runtimes.</a:t>
            </a:r>
          </a:p>
          <a:p xmlns:a="http://schemas.openxmlformats.org/drawingml/2006/main">
            <a:r>
              <a:t>- Full Windows PowerShell 5.1 synthetic runtime suite passed on 2026-08-17.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818cd55520f430c" /><Relationship Type="http://schemas.openxmlformats.org/officeDocument/2006/relationships/image" Target="/ppt/media/image.jpeg" Id="R0abf467a218e479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f5b03c6c4b94d7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34a0043fa394c8d" /><Relationship Type="http://schemas.openxmlformats.org/officeDocument/2006/relationships/image" Target="/ppt/media/image2.jpeg" Id="Re5380440a2ce43d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83723be5ca141f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04fcbf39de942b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17156887e5c42e5"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2911222dce9047f1" /><Relationship Type="http://schemas.openxmlformats.org/officeDocument/2006/relationships/image" Target="/ppt/media/image3.jpeg" Id="R5715386e3be541ec"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80d106a4c91748f3"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c93115c211424f41"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c393c6b72a2247fe" /><Relationship Type="http://schemas.openxmlformats.org/officeDocument/2006/relationships/image" Target="/ppt/media/image4.jpeg" Id="R005a5bcb3b594149"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70d137132eaf4960" /><Relationship Type="http://schemas.openxmlformats.org/officeDocument/2006/relationships/image" Target="/ppt/media/image5.jpeg" Id="R905199cd1533413d"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11034d6a3ea74b63" /><Relationship Type="http://schemas.openxmlformats.org/officeDocument/2006/relationships/image" Target="/ppt/media/image5.jpeg" Id="Rdc0891c1f819468e"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03401ed7c0514a4f" /><Relationship Type="http://schemas.openxmlformats.org/officeDocument/2006/relationships/image" Target="/ppt/media/image5.jpeg" Id="Rf018f54ad0074aef"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1.xml" Id="R60e46a470e254757" /><Relationship Type="http://schemas.openxmlformats.org/officeDocument/2006/relationships/image" Target="/ppt/media/image6.jpeg" Id="R26e999ea97c34487"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1.xml" Id="R6c38c0721dbb48f3" /><Relationship Type="http://schemas.openxmlformats.org/officeDocument/2006/relationships/image" Target="/ppt/media/image6.jpeg" Id="R7afc9af24844425d"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1.xml" Id="R2b443244b46241b2" /><Relationship Type="http://schemas.openxmlformats.org/officeDocument/2006/relationships/image" Target="/ppt/media/image7.jpeg" Id="R0efe0f9b50164f78"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1.xml" Id="R02f029f51e9a45ee" /><Relationship Type="http://schemas.openxmlformats.org/officeDocument/2006/relationships/image" Target="/ppt/media/image8.jpeg" Id="Rc53370291e2f4a41"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1.xml" Id="Rc59c2427165c4d3f" /><Relationship Type="http://schemas.openxmlformats.org/officeDocument/2006/relationships/image" Target="/ppt/media/image3.jpeg" Id="R08294fe79a154a6e" /></Relationships>
</file>

<file path=ppt/slideLayouts/_rels/slideLayout19.xml.rels>&#65279;<?xml version="1.0" encoding="utf-8"?><Relationships xmlns="http://schemas.openxmlformats.org/package/2006/relationships"><Relationship Type="http://schemas.openxmlformats.org/officeDocument/2006/relationships/slideMaster" Target="/ppt/slideMasters/slideMaster1.xml" Id="R9613829f7c354845" /></Relationships>
</file>

<file path=ppt/slideLayouts/_rels/slideLayout20.xml.rels>&#65279;<?xml version="1.0" encoding="utf-8"?><Relationships xmlns="http://schemas.openxmlformats.org/package/2006/relationships"><Relationship Type="http://schemas.openxmlformats.org/officeDocument/2006/relationships/slideMaster" Target="/ppt/slideMasters/slideMaster1.xml" Id="R01f23083210f465f" /></Relationships>
</file>

<file path=ppt/slideLayouts/_rels/slideLayout21.xml.rels>&#65279;<?xml version="1.0" encoding="utf-8"?><Relationships xmlns="http://schemas.openxmlformats.org/package/2006/relationships"><Relationship Type="http://schemas.openxmlformats.org/officeDocument/2006/relationships/slideMaster" Target="/ppt/slideMasters/slideMaster1.xml" Id="R3849f005fce3450a" /></Relationships>
</file>

<file path=ppt/slideLayouts/_rels/slideLayout22.xml.rels>&#65279;<?xml version="1.0" encoding="utf-8"?><Relationships xmlns="http://schemas.openxmlformats.org/package/2006/relationships"><Relationship Type="http://schemas.openxmlformats.org/officeDocument/2006/relationships/slideMaster" Target="/ppt/slideMasters/slideMaster1.xml" Id="Re211e1f627cf432c" /></Relationships>
</file>

<file path=ppt/slideLayouts/_rels/slideLayout23.xml.rels>&#65279;<?xml version="1.0" encoding="utf-8"?><Relationships xmlns="http://schemas.openxmlformats.org/package/2006/relationships"><Relationship Type="http://schemas.openxmlformats.org/officeDocument/2006/relationships/slideMaster" Target="/ppt/slideMasters/slideMaster1.xml" Id="R3e221ea87fa9439a" /></Relationships>
</file>

<file path=ppt/slideLayouts/_rels/slideLayout24.xml.rels>&#65279;<?xml version="1.0" encoding="utf-8"?><Relationships xmlns="http://schemas.openxmlformats.org/package/2006/relationships"><Relationship Type="http://schemas.openxmlformats.org/officeDocument/2006/relationships/slideMaster" Target="/ppt/slideMasters/slideMaster1.xml" Id="R5d55546b2ec64e4e" /></Relationships>
</file>

<file path=ppt/slideLayouts/_rels/slideLayout25.xml.rels>&#65279;<?xml version="1.0" encoding="utf-8"?><Relationships xmlns="http://schemas.openxmlformats.org/package/2006/relationships"><Relationship Type="http://schemas.openxmlformats.org/officeDocument/2006/relationships/slideMaster" Target="/ppt/slideMasters/slideMaster1.xml" Id="R37ac0753c85a438a" /></Relationships>
</file>

<file path=ppt/slideLayouts/_rels/slideLayout26.xml.rels>&#65279;<?xml version="1.0" encoding="utf-8"?><Relationships xmlns="http://schemas.openxmlformats.org/package/2006/relationships"><Relationship Type="http://schemas.openxmlformats.org/officeDocument/2006/relationships/slideMaster" Target="/ppt/slideMasters/slideMaster1.xml" Id="Re6d86a68cae345e3" /></Relationships>
</file>

<file path=ppt/slideLayouts/_rels/slideLayout27.xml.rels>&#65279;<?xml version="1.0" encoding="utf-8"?><Relationships xmlns="http://schemas.openxmlformats.org/package/2006/relationships"><Relationship Type="http://schemas.openxmlformats.org/officeDocument/2006/relationships/slideMaster" Target="/ppt/slideMasters/slideMaster1.xml" Id="Reb521125fd094e97" /></Relationships>
</file>

<file path=ppt/slideLayouts/slideLayout1.xml><?xml version="1.0" encoding="utf-8"?>
<p:sldLayout xmlns:p="http://schemas.openxmlformats.org/presentationml/2006/main" showMasterSp="0" preserve="1">
  <p:cSld name="Title with Picture">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DEC014E-32E8-BC91-190E-85B3C74C9203}"/>
              </a:ext>
            </a:extLst>
          </p:cNvPr>
          <p:cNvSpPr>
            <a:spLocks xmlns:a="http://schemas.openxmlformats.org/drawingml/2006/main" noGrp="1"/>
          </p:cNvSpPr>
          <p:nvPr>
            <p:ph type="title" idx="0"/>
          </p:nvPr>
        </p:nvSpPr>
        <p:spPr>
          <a:xfrm xmlns:a="http://schemas.openxmlformats.org/drawingml/2006/main">
            <a:off x="6857998" y="964075"/>
            <a:ext cx="4654297" cy="3739896"/>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2BDC76B8-60F6-62D3-9F73-E81662203017}"/>
              </a:ext>
            </a:extLst>
          </p:cNvPr>
          <p:cNvSpPr>
            <a:spLocks xmlns:a="http://schemas.openxmlformats.org/drawingml/2006/main" noGrp="1"/>
          </p:cNvSpPr>
          <p:nvPr>
            <p:ph type="subTitle" idx="1"/>
          </p:nvPr>
        </p:nvSpPr>
        <p:spPr>
          <a:xfrm xmlns:a="http://schemas.openxmlformats.org/drawingml/2006/main">
            <a:off x="6858000" y="4822842"/>
            <a:ext cx="4206240" cy="1380744"/>
          </a:xfrm>
        </p:spPr>
        <p:txBody>
          <a:bodyPr xmlns:a="http://schemas.openxmlformats.org/drawingml/2006/main" anchor="t">
            <a:normAutofit/>
          </a:bodyPr>
          <a:lstStyle xmlns:a="http://schemas.openxmlformats.org/drawingml/2006/main">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
        <p:nvSpPr>
          <p:cNvPr id="13" name="Footer Placeholder 12">
            <a:extLst xmlns:a="http://schemas.openxmlformats.org/drawingml/2006/main">
              <a:ext uri="{FF2B5EF4-FFF2-40B4-BE49-F238E27FC236}">
                <a16:creationId xmlns:a16="http://schemas.microsoft.com/office/drawing/2014/main" id="{B2603722-CE80-C718-39E9-BB79F1F68C31}"/>
              </a:ext>
            </a:extLst>
          </p:cNvPr>
          <p:cNvSpPr>
            <a:spLocks xmlns:a="http://schemas.openxmlformats.org/drawingml/2006/main" noGrp="1"/>
          </p:cNvSpPr>
          <p:nvPr>
            <p:ph type="ftr" idx="15"/>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endParaRPr/>
          </a:p>
        </p:txBody>
      </p:sp>
      <p:sp>
        <p:nvSpPr>
          <p:cNvPr id="10" name="Picture Placeholder 9">
            <a:extLst xmlns:a="http://schemas.openxmlformats.org/drawingml/2006/main">
              <a:ext uri="{FF2B5EF4-FFF2-40B4-BE49-F238E27FC236}">
                <a16:creationId xmlns:a16="http://schemas.microsoft.com/office/drawing/2014/main" id="{884C280F-E753-FE97-A722-F86168AC97B1}"/>
              </a:ext>
            </a:extLst>
          </p:cNvPr>
          <p:cNvSpPr>
            <a:spLocks xmlns:a="http://schemas.openxmlformats.org/drawingml/2006/main" noGrp="1"/>
          </p:cNvSpPr>
          <p:nvPr>
            <p:ph type="pic" idx="13" hasCustomPrompt="1"/>
          </p:nvPr>
        </p:nvSpPr>
        <p:spPr>
          <a:xfrm xmlns:a="http://schemas.openxmlformats.org/drawingml/2006/main">
            <a:off x="841248" y="964074"/>
            <a:ext cx="5403280" cy="5258929"/>
          </a:xfrm>
          <a:custGeom xmlns:a="http://schemas.openxmlformats.org/drawingml/2006/main">
            <a:gdLst>
              <a:gd name="connsiteX0" fmla="*/ 2701640 w 5403280"/>
              <a:gd name="connsiteY0" fmla="*/ 0 h 5258929"/>
              <a:gd name="connsiteX1" fmla="*/ 5403280 w 5403280"/>
              <a:gd name="connsiteY1" fmla="*/ 2701640 h 5258929"/>
              <a:gd name="connsiteX2" fmla="*/ 5403280 w 5403280"/>
              <a:gd name="connsiteY2" fmla="*/ 5258929 h 5258929"/>
              <a:gd name="connsiteX3" fmla="*/ 0 w 5403280"/>
              <a:gd name="connsiteY3" fmla="*/ 5258929 h 5258929"/>
              <a:gd name="connsiteX4" fmla="*/ 0 w 5403280"/>
              <a:gd name="connsiteY4" fmla="*/ 2701640 h 5258929"/>
              <a:gd name="connsiteX5" fmla="*/ 2701640 w 5403280"/>
              <a:gd name="connsiteY5" fmla="*/ 0 h 5258929"/>
            </a:gdLst>
            <a:rect l="l" t="t" r="r" b="b"/>
            <a:pathLst>
              <a:path w="5403280" h="5258929">
                <a:moveTo>
                  <a:pt x="2701640" y="0"/>
                </a:moveTo>
                <a:cubicBezTo>
                  <a:pt x="4193715" y="0"/>
                  <a:pt x="5403280" y="1209565"/>
                  <a:pt x="5403280" y="2701640"/>
                </a:cubicBezTo>
                <a:lnTo>
                  <a:pt x="5403280" y="5258929"/>
                </a:lnTo>
                <a:lnTo>
                  <a:pt x="0" y="5258929"/>
                </a:lnTo>
                <a:lnTo>
                  <a:pt x="0" y="2701640"/>
                </a:lnTo>
                <a:cubicBezTo>
                  <a:pt x="0" y="1209565"/>
                  <a:pt x="1209565" y="0"/>
                  <a:pt x="2701640" y="0"/>
                </a:cubicBezTo>
                <a:close/>
              </a:path>
            </a:pathLst>
          </a:custGeom>
          <a:blipFill xmlns:a="http://schemas.openxmlformats.org/drawingml/2006/main">
            <a:blip xmlns:r="http://schemas.openxmlformats.org/officeDocument/2006/relationships" r:embed="R0abf467a218e4799">
              <a:alphaModFix amt="70000"/>
            </a:blip>
            <a:stretch>
              <a:fillRect l="0" t="0" r="0" b="0"/>
            </a:stretch>
          </a:blipFill>
          <a:ln xmlns:a="http://schemas.openxmlformats.org/drawingml/2006/main" w="6350">
            <a:noFill/>
          </a:ln>
        </p:spPr>
        <p:txBody>
          <a:bodyPr xmlns:a="http://schemas.openxmlformats.org/drawingml/2006/main" wrap="square">
            <a:noAutofit/>
          </a:bodyPr>
          <a:lstStyle xmlns:a="http://schemas.openxmlformats.org/drawingml/2006/main">
            <a:lvl1pPr>
              <a:buNone/>
              <a:defRPr>
                <a:solidFill>
                  <a:schemeClr val="tx1"/>
                </a:solidFill>
              </a:defRPr>
            </a:lvl1pPr>
          </a:lstStyle>
          <a:p xmlns:a="http://schemas.openxmlformats.org/drawingml/2006/main">
            <a:r>
              <a:t> </a:t>
            </a:r>
          </a:p>
        </p:txBody>
      </p:sp>
      <p:sp>
        <p:nvSpPr>
          <p:cNvPr id="4" name="Date Placeholder 3">
            <a:extLst xmlns:a="http://schemas.openxmlformats.org/drawingml/2006/main">
              <a:ext uri="{FF2B5EF4-FFF2-40B4-BE49-F238E27FC236}">
                <a16:creationId xmlns:a16="http://schemas.microsoft.com/office/drawing/2014/main" id="{EE117A08-C834-F239-A3DF-2D1295F0AE4C}"/>
              </a:ext>
            </a:extLst>
          </p:cNvPr>
          <p:cNvSpPr>
            <a:spLocks xmlns:a="http://schemas.openxmlformats.org/drawingml/2006/main" noGrp="1"/>
          </p:cNvSpPr>
          <p:nvPr>
            <p:ph type="dt" idx="10"/>
          </p:nvPr>
        </p:nvSpPr>
        <p:spPr>
          <a:xfrm xmlns:a="http://schemas.openxmlformats.org/drawingml/2006/main" rot="5400000">
            <a:off x="10425981" y="4687095"/>
            <a:ext cx="2706690" cy="365125"/>
          </a:xfrm>
        </p:spPr>
        <p:txBody>
          <a:bodyPr xmlns:a="http://schemas.openxmlformats.org/drawingml/2006/main"/>
          <a:lstStyle xmlns:a="http://schemas.openxmlformats.org/drawingml/2006/main"/>
          <a:p xmlns:a="http://schemas.openxmlformats.org/drawingml/2006/main">
            <a:fld id="{871B9433-C9E5-43C9-BAE0-1C68CE026B28}" type="datetimeFigureOut">
              <a:t>8/17/2026</a:t>
            </a:fld>
            <a:endParaRPr/>
          </a:p>
        </p:txBody>
      </p:sp>
      <p:sp>
        <p:nvSpPr>
          <p:cNvPr id="14" name="Slide Number Placeholder 13">
            <a:extLst xmlns:a="http://schemas.openxmlformats.org/drawingml/2006/main">
              <a:ext uri="{FF2B5EF4-FFF2-40B4-BE49-F238E27FC236}">
                <a16:creationId xmlns:a16="http://schemas.microsoft.com/office/drawing/2014/main" id="{7E80C6A5-61FE-078D-49D9-31BD1294014C}"/>
              </a:ext>
            </a:extLst>
          </p:cNvPr>
          <p:cNvSpPr>
            <a:spLocks xmlns:a="http://schemas.openxmlformats.org/drawingml/2006/main" noGrp="1"/>
          </p:cNvSpPr>
          <p:nvPr>
            <p:ph type="sldNum" idx="16"/>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9DA42802-E4C8-4D6F-B0D0-53DEA9BE3FA8}" type="slidenum">
              <a:t>‹#›</a:t>
            </a:fld>
            <a:endParaRPr/>
          </a:p>
        </p:txBody>
      </p:sp>
    </p:spTree>
  </p:cSld>
</p:sldLayout>
</file>

<file path=ppt/slideLayouts/slideLayout2.xml><?xml version="1.0" encoding="utf-8"?>
<p:sldLayout xmlns:p="http://schemas.openxmlformats.org/presentationml/2006/main" showMasterSp="0" preserve="1">
  <p:cSld name="Content">
    <p:spTree>
      <p:nvGrpSpPr>
        <p:cNvPr id="1" name=""/>
        <p:cNvGrpSpPr/>
        <p:nvPr/>
      </p:nvGrpSpPr>
      <p:grpSpPr>
        <a:xfrm xmlns:a="http://schemas.openxmlformats.org/drawingml/2006/main"/>
      </p:grpSpPr>
      <p:sp>
        <p:nvSpPr>
          <p:cNvPr id="7" name="Title 6">
            <a:extLst xmlns:a="http://schemas.openxmlformats.org/drawingml/2006/main">
              <a:ext uri="{FF2B5EF4-FFF2-40B4-BE49-F238E27FC236}">
                <a16:creationId xmlns:a16="http://schemas.microsoft.com/office/drawing/2014/main" id="{FE6C4595-90D4-94E6-CEBA-82807457D2BE}"/>
              </a:ext>
            </a:extLst>
          </p:cNvPr>
          <p:cNvSpPr>
            <a:spLocks xmlns:a="http://schemas.openxmlformats.org/drawingml/2006/main" noGrp="1"/>
          </p:cNvSpPr>
          <p:nvPr>
            <p:ph type="title" idx="0"/>
          </p:nvPr>
        </p:nvSpPr>
        <p:spPr>
          <a:xfrm xmlns:a="http://schemas.openxmlformats.org/drawingml/2006/main">
            <a:off x="731520" y="365760"/>
            <a:ext cx="10741152" cy="1132258"/>
          </a:xfrm>
        </p:spPr>
        <p:txBody>
          <a:bodyPr xmlns:a="http://schemas.openxmlformats.org/drawingml/2006/main"/>
          <a:lstStyle xmlns:a="http://schemas.openxmlformats.org/drawingml/2006/main"/>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B17E6B5E-6174-FD5C-41E8-FFC44C650D7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endParaRPr/>
          </a:p>
        </p:txBody>
      </p:sp>
      <p:sp>
        <p:nvSpPr>
          <p:cNvPr id="3" name="Content Placeholder 2">
            <a:extLst xmlns:a="http://schemas.openxmlformats.org/drawingml/2006/main">
              <a:ext uri="{FF2B5EF4-FFF2-40B4-BE49-F238E27FC236}">
                <a16:creationId xmlns:a16="http://schemas.microsoft.com/office/drawing/2014/main" id="{6C2DD052-3E45-E789-01F8-33250024ECBD}"/>
              </a:ext>
            </a:extLst>
          </p:cNvPr>
          <p:cNvSpPr>
            <a:spLocks xmlns:a="http://schemas.openxmlformats.org/drawingml/2006/main" noGrp="1"/>
          </p:cNvSpPr>
          <p:nvPr>
            <p:ph idx="1"/>
          </p:nvPr>
        </p:nvSpPr>
        <p:spPr>
          <a:xfrm xmlns:a="http://schemas.openxmlformats.org/drawingml/2006/main">
            <a:off x="731520" y="1658679"/>
            <a:ext cx="10780776" cy="4925000"/>
          </a:xfrm>
        </p:spPr>
        <p:txBody>
          <a:bodyPr xmlns:a="http://schemas.openxmlformats.org/drawingml/2006/main">
            <a:normAutofit/>
          </a:bodyPr>
          <a:lstStyle xmlns:a="http://schemas.openxmlformats.org/drawingml/2006/main">
            <a:lvl1pPr>
              <a:buNone/>
              <a:defRPr sz="1800">
                <a:solidFill>
                  <a:schemeClr val="tx1"/>
                </a:solidFill>
              </a:defRPr>
            </a:lvl1pPr>
            <a:lvl2pPr>
              <a:buNone/>
              <a:defRPr sz="1600">
                <a:solidFill>
                  <a:schemeClr val="tx1"/>
                </a:solidFill>
              </a:defRPr>
            </a:lvl2pPr>
            <a:lvl3pPr>
              <a:buNone/>
              <a:defRPr sz="1400">
                <a:solidFill>
                  <a:schemeClr val="tx1"/>
                </a:solidFill>
              </a:defRPr>
            </a:lvl3pPr>
            <a:lvl4pPr>
              <a:buNone/>
              <a:defRPr sz="1200">
                <a:solidFill>
                  <a:schemeClr val="tx1"/>
                </a:solidFill>
              </a:defRPr>
            </a:lvl4pPr>
            <a:lvl5pPr>
              <a:buNone/>
              <a:defRPr sz="1200">
                <a:solidFill>
                  <a:schemeClr val="tx1"/>
                </a:solidFill>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0B9485D1-E172-8F0A-A425-3097B3ABCFB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871B9433-C9E5-43C9-BAE0-1C68CE026B28}" type="datetimeFigureOut">
              <a:t>8/17/2026</a:t>
            </a:fld>
            <a:endParaRPr/>
          </a:p>
        </p:txBody>
      </p:sp>
      <p:sp>
        <p:nvSpPr>
          <p:cNvPr id="6" name="Slide Number Placeholder 5">
            <a:extLst xmlns:a="http://schemas.openxmlformats.org/drawingml/2006/main">
              <a:ext uri="{FF2B5EF4-FFF2-40B4-BE49-F238E27FC236}">
                <a16:creationId xmlns:a16="http://schemas.microsoft.com/office/drawing/2014/main" id="{4BF72154-F85B-E301-DA57-E314D731591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9DA42802-E4C8-4D6F-B0D0-53DEA9BE3FA8}" type="slidenum">
              <a:t>‹#›</a:t>
            </a:fld>
            <a:endParaRPr/>
          </a:p>
        </p:txBody>
      </p:sp>
    </p:spTree>
  </p:cSld>
</p:sldLayout>
</file>

<file path=ppt/slideLayouts/slideLayout3.xml><?xml version="1.0" encoding="utf-8"?>
<p:sldLayout xmlns:p="http://schemas.openxmlformats.org/presentationml/2006/main" showMasterSp="0" preserve="1">
  <p:cSld name="Title with Picture 2">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4336E9A-8E96-CD8C-7598-F87632CD81CF}"/>
              </a:ext>
            </a:extLst>
          </p:cNvPr>
          <p:cNvSpPr>
            <a:spLocks xmlns:a="http://schemas.openxmlformats.org/drawingml/2006/main" noGrp="1"/>
          </p:cNvSpPr>
          <p:nvPr>
            <p:ph type="ctrTitle" idx="0"/>
          </p:nvPr>
        </p:nvSpPr>
        <p:spPr>
          <a:xfrm xmlns:a="http://schemas.openxmlformats.org/drawingml/2006/main">
            <a:off x="609600" y="5218032"/>
            <a:ext cx="10972800" cy="786384"/>
          </a:xfrm>
        </p:spPr>
        <p:txBody>
          <a:bodyPr xmlns:a="http://schemas.openxmlformats.org/drawingml/2006/main" anchor="b">
            <a:normAutofit/>
          </a:bodyPr>
          <a:lstStyle xmlns:a="http://schemas.openxmlformats.org/drawingml/2006/main">
            <a:lvl1pPr algn="ctr">
              <a:buNone/>
              <a:defRPr sz="4400">
                <a:solidFill>
                  <a:schemeClr val="tx1"/>
                </a:solidFill>
              </a:defRPr>
            </a:lvl1pPr>
          </a:lstStyle>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2BDC76B8-60F6-62D3-9F73-E81662203017}"/>
              </a:ext>
            </a:extLst>
          </p:cNvPr>
          <p:cNvSpPr>
            <a:spLocks xmlns:a="http://schemas.openxmlformats.org/drawingml/2006/main" noGrp="1"/>
          </p:cNvSpPr>
          <p:nvPr>
            <p:ph type="subTitle" idx="1"/>
          </p:nvPr>
        </p:nvSpPr>
        <p:spPr>
          <a:xfrm xmlns:a="http://schemas.openxmlformats.org/drawingml/2006/main">
            <a:off x="609600" y="5972629"/>
            <a:ext cx="10972800" cy="480373"/>
          </a:xfrm>
        </p:spPr>
        <p:txBody>
          <a:bodyPr xmlns:a="http://schemas.openxmlformats.org/drawingml/2006/main" anchor="t">
            <a:normAutofit/>
          </a:bodyPr>
          <a:lstStyle xmlns:a="http://schemas.openxmlformats.org/drawingml/2006/main">
            <a:lvl1pPr marL="0" indent="0" algn="ctr">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endParaRPr/>
          </a:p>
        </p:txBody>
      </p:sp>
      <p:sp>
        <p:nvSpPr>
          <p:cNvPr id="11" name="Picture Placeholder 10">
            <a:extLst xmlns:a="http://schemas.openxmlformats.org/drawingml/2006/main">
              <a:ext uri="{FF2B5EF4-FFF2-40B4-BE49-F238E27FC236}">
                <a16:creationId xmlns:a16="http://schemas.microsoft.com/office/drawing/2014/main" id="{B24A208E-BD69-BB12-21B8-DA405B501FA8}"/>
              </a:ext>
            </a:extLst>
          </p:cNvPr>
          <p:cNvSpPr>
            <a:spLocks xmlns:a="http://schemas.openxmlformats.org/drawingml/2006/main" noGrp="1"/>
          </p:cNvSpPr>
          <p:nvPr>
            <p:ph type="pic" idx="13" hasCustomPrompt="1"/>
          </p:nvPr>
        </p:nvSpPr>
        <p:spPr>
          <a:xfrm xmlns:a="http://schemas.openxmlformats.org/drawingml/2006/main">
            <a:off x="0" y="0"/>
            <a:ext cx="12191999" cy="4986425"/>
          </a:xfrm>
          <a:prstGeom xmlns:a="http://schemas.openxmlformats.org/drawingml/2006/main" prst="rect">
            <a:avLst/>
          </a:prstGeom>
          <a:blipFill xmlns:a="http://schemas.openxmlformats.org/drawingml/2006/main">
            <a:blip xmlns:r="http://schemas.openxmlformats.org/officeDocument/2006/relationships" r:embed="Re5380440a2ce43d5">
              <a:alphaModFix amt="70000"/>
            </a:blip>
            <a:stretch>
              <a:fillRect l="0" t="0" r="0" b="0"/>
            </a:stretch>
          </a:blipFill>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 </a:t>
            </a:r>
          </a:p>
        </p:txBody>
      </p:sp>
      <p:sp>
        <p:nvSpPr>
          <p:cNvPr id="6" name="Footer Placeholder 5">
            <a:extLst xmlns:a="http://schemas.openxmlformats.org/drawingml/2006/main">
              <a:ext uri="{FF2B5EF4-FFF2-40B4-BE49-F238E27FC236}">
                <a16:creationId xmlns:a16="http://schemas.microsoft.com/office/drawing/2014/main" id="{8C88BD73-E6AB-68A9-F41B-313E0C44777C}"/>
              </a:ext>
            </a:extLst>
          </p:cNvPr>
          <p:cNvSpPr>
            <a:spLocks xmlns:a="http://schemas.openxmlformats.org/drawingml/2006/main" noGrp="1"/>
          </p:cNvSpPr>
          <p:nvPr>
            <p:ph type="ftr" idx="15"/>
          </p:nvPr>
        </p:nvSpPr>
        <p:spPr>
          <a:xfrm xmlns:a="http://schemas.openxmlformats.org/drawingml/2006/main" rot="16200000">
            <a:off x="-396119" y="5787191"/>
            <a:ext cx="1503444" cy="365125"/>
          </a:xfrm>
        </p:spPr>
        <p:txBody>
          <a:bodyPr xmlns:a="http://schemas.openxmlformats.org/drawingml/2006/main"/>
          <a:lstStyle xmlns:a="http://schemas.openxmlformats.org/drawingml/2006/main"/>
          <a:p xmlns:a="http://schemas.openxmlformats.org/drawingml/2006/main">
            <a:endParaRPr/>
          </a:p>
        </p:txBody>
      </p:sp>
      <p:sp>
        <p:nvSpPr>
          <p:cNvPr id="5" name="Date Placeholder 4">
            <a:extLst xmlns:a="http://schemas.openxmlformats.org/drawingml/2006/main">
              <a:ext uri="{FF2B5EF4-FFF2-40B4-BE49-F238E27FC236}">
                <a16:creationId xmlns:a16="http://schemas.microsoft.com/office/drawing/2014/main" id="{BEAA6162-61A3-2C41-311C-F407FC4B4DA9}"/>
              </a:ext>
            </a:extLst>
          </p:cNvPr>
          <p:cNvSpPr>
            <a:spLocks xmlns:a="http://schemas.openxmlformats.org/drawingml/2006/main" noGrp="1"/>
          </p:cNvSpPr>
          <p:nvPr>
            <p:ph type="dt" idx="14"/>
          </p:nvPr>
        </p:nvSpPr>
        <p:spPr/>
        <p:txBody>
          <a:bodyPr xmlns:a="http://schemas.openxmlformats.org/drawingml/2006/main"/>
          <a:lstStyle xmlns:a="http://schemas.openxmlformats.org/drawingml/2006/main"/>
          <a:p xmlns:a="http://schemas.openxmlformats.org/drawingml/2006/main">
            <a:fld id="{871B9433-C9E5-43C9-BAE0-1C68CE026B28}" type="datetimeFigureOut">
              <a:t>8/17/2026</a:t>
            </a:fld>
            <a:endParaRPr/>
          </a:p>
        </p:txBody>
      </p:sp>
      <p:sp>
        <p:nvSpPr>
          <p:cNvPr id="4" name="Straight Connector 3">
            <a:extLst xmlns:a="http://schemas.openxmlformats.org/drawingml/2006/main">
              <a:ext uri="{FF2B5EF4-FFF2-40B4-BE49-F238E27FC236}">
                <a16:creationId xmlns:a16="http://schemas.microsoft.com/office/drawing/2014/main" id="{7EA8A1D0-0E7D-4CD7-9CD3-F6C7FB091446}"/>
              </a:ext>
            </a:extLst>
          </p:cNvPr>
          <p:cNvSpPr>
            <a:spLocks xmlns:a="http://schemas.openxmlformats.org/drawingml/2006/main" noGrp="1"/>
          </p:cNvSpPr>
          <p:nvPr/>
        </p:nvSpPr>
        <p:spPr>
          <a:xfrm xmlns:a="http://schemas.openxmlformats.org/drawingml/2006/main" flipH="1">
            <a:off x="4" y="4989940"/>
            <a:ext cx="12191996" cy="0"/>
          </a:xfrm>
          <a:prstGeom xmlns:a="http://schemas.openxmlformats.org/drawingml/2006/main" prst="line">
            <a:avLst/>
          </a:prstGeom>
          <a:ln xmlns:a="http://schemas.openxmlformats.org/drawingml/2006/main">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7" name="Slide Number Placeholder 6">
            <a:extLst xmlns:a="http://schemas.openxmlformats.org/drawingml/2006/main">
              <a:ext uri="{FF2B5EF4-FFF2-40B4-BE49-F238E27FC236}">
                <a16:creationId xmlns:a16="http://schemas.microsoft.com/office/drawing/2014/main" id="{BE6B102F-64E7-9387-1F8F-DB4AC825773A}"/>
              </a:ext>
            </a:extLst>
          </p:cNvPr>
          <p:cNvSpPr>
            <a:spLocks xmlns:a="http://schemas.openxmlformats.org/drawingml/2006/main" noGrp="1"/>
          </p:cNvSpPr>
          <p:nvPr>
            <p:ph type="sldNum" idx="16"/>
          </p:nvPr>
        </p:nvSpPr>
        <p:spPr/>
        <p:txBody>
          <a:bodyPr xmlns:a="http://schemas.openxmlformats.org/drawingml/2006/main"/>
          <a:lstStyle xmlns:a="http://schemas.openxmlformats.org/drawingml/2006/main"/>
          <a:p xmlns:a="http://schemas.openxmlformats.org/drawingml/2006/main">
            <a:fld id="{9DA42802-E4C8-4D6F-B0D0-53DEA9BE3FA8}" type="slidenum">
              <a:t>‹#›</a:t>
            </a:fld>
            <a:endParaRPr/>
          </a:p>
        </p:txBody>
      </p:sp>
    </p:spTree>
  </p:cSld>
</p:sldLayout>
</file>

<file path=ppt/slideLayouts/slideLayout4.xml><?xml version="1.0" encoding="utf-8"?>
<p:sldLayout xmlns:p="http://schemas.openxmlformats.org/presentationml/2006/main" showMasterSp="0" preserve="1">
  <p:cSld name="Title">
    <p:spTree>
      <p:nvGrpSpPr>
        <p:cNvPr id="1" name=""/>
        <p:cNvGrpSpPr/>
        <p:nvPr/>
      </p:nvGrpSpPr>
      <p:grpSpPr>
        <a:xfrm xmlns:a="http://schemas.openxmlformats.org/drawingml/2006/main"/>
      </p:grpSpPr>
      <p:sp>
        <p:nvSpPr>
          <p:cNvPr id="8" name="Title 7">
            <a:extLst xmlns:a="http://schemas.openxmlformats.org/drawingml/2006/main">
              <a:ext uri="{FF2B5EF4-FFF2-40B4-BE49-F238E27FC236}">
                <a16:creationId xmlns:a16="http://schemas.microsoft.com/office/drawing/2014/main" id="{CE84C31D-CC85-27E5-FD9F-627C926D5A22}"/>
              </a:ext>
            </a:extLst>
          </p:cNvPr>
          <p:cNvSpPr>
            <a:spLocks xmlns:a="http://schemas.openxmlformats.org/drawingml/2006/main" noGrp="1"/>
          </p:cNvSpPr>
          <p:nvPr>
            <p:ph type="title" idx="0"/>
          </p:nvPr>
        </p:nvSpPr>
        <p:spPr>
          <a:xfrm xmlns:a="http://schemas.openxmlformats.org/drawingml/2006/main">
            <a:off x="838200" y="2578608"/>
            <a:ext cx="7879335" cy="3592629"/>
          </a:xfrm>
        </p:spPr>
        <p:txBody>
          <a:bodyPr xmlns:a="http://schemas.openxmlformats.org/drawingml/2006/main">
            <a:normAutofit/>
          </a:bodyPr>
          <a:lstStyle xmlns:a="http://schemas.openxmlformats.org/drawingml/2006/main">
            <a:lvl1pPr>
              <a:buNone/>
              <a:defRPr sz="6000"/>
            </a:lvl1pPr>
          </a:lstStyle>
          <a:p xmlns:a="http://schemas.openxmlformats.org/drawingml/2006/main">
            <a:r>
              <a:t>Click to edit Master title style</a:t>
            </a:r>
          </a:p>
        </p:txBody>
      </p:sp>
      <p:sp>
        <p:nvSpPr>
          <p:cNvPr id="7" name="Straight Connector 6">
            <a:extLst xmlns:a="http://schemas.openxmlformats.org/drawingml/2006/main">
              <a:ext uri="{FF2B5EF4-FFF2-40B4-BE49-F238E27FC236}">
                <a16:creationId xmlns:a16="http://schemas.microsoft.com/office/drawing/2014/main" id="{5B9B7177-7497-4C1B-A0D5-3148C077FDB7}"/>
              </a:ext>
            </a:extLst>
          </p:cNvPr>
          <p:cNvSpPr>
            <a:spLocks xmlns:a="http://schemas.openxmlformats.org/drawingml/2006/main" noGrp="1"/>
          </p:cNvSpPr>
          <p:nvPr/>
        </p:nvSpPr>
        <p:spPr>
          <a:xfrm xmlns:a="http://schemas.openxmlformats.org/drawingml/2006/main" flipH="1">
            <a:off x="4" y="1714500"/>
            <a:ext cx="12191996" cy="0"/>
          </a:xfrm>
          <a:prstGeom xmlns:a="http://schemas.openxmlformats.org/drawingml/2006/main" prst="line">
            <a:avLst/>
          </a:prstGeom>
          <a:ln xmlns:a="http://schemas.openxmlformats.org/drawingml/2006/main">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5" name="Footer Placeholder 4">
            <a:extLst xmlns:a="http://schemas.openxmlformats.org/drawingml/2006/main">
              <a:ext uri="{FF2B5EF4-FFF2-40B4-BE49-F238E27FC236}">
                <a16:creationId xmlns:a16="http://schemas.microsoft.com/office/drawing/2014/main" id="{17FF6486-38AE-54F6-E2F3-8B944C3F1B9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16" name="Text Placeholder 15">
            <a:extLst xmlns:a="http://schemas.openxmlformats.org/drawingml/2006/main">
              <a:ext uri="{FF2B5EF4-FFF2-40B4-BE49-F238E27FC236}">
                <a16:creationId xmlns:a16="http://schemas.microsoft.com/office/drawing/2014/main" id="{341BD916-71AE-106E-105D-01655950FC48}"/>
              </a:ext>
            </a:extLst>
          </p:cNvPr>
          <p:cNvSpPr>
            <a:spLocks xmlns:a="http://schemas.openxmlformats.org/drawingml/2006/main" noGrp="1"/>
          </p:cNvSpPr>
          <p:nvPr>
            <p:ph type="body" idx="15"/>
          </p:nvPr>
        </p:nvSpPr>
        <p:spPr>
          <a:xfrm xmlns:a="http://schemas.openxmlformats.org/drawingml/2006/main">
            <a:off x="3987800" y="368300"/>
            <a:ext cx="7375525" cy="1014413"/>
          </a:xfrm>
        </p:spPr>
        <p:txBody>
          <a:bodyPr xmlns:a="http://schemas.openxmlformats.org/drawingml/2006/main" anchor="ctr">
            <a:normAutofit/>
          </a:bodyPr>
          <a:lstStyle xmlns:a="http://schemas.openxmlformats.org/drawingml/2006/main">
            <a:lvl1pPr algn="r">
              <a:buNone/>
              <a:defRPr sz="2000"/>
            </a:lvl1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68FD0054-227E-4953-9BB1-7141F90243F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871B9433-C9E5-43C9-BAE0-1C68CE026B28}" type="datetimeFigureOut">
              <a:t>8/17/2026</a:t>
            </a:fld>
            <a:endParaRPr/>
          </a:p>
        </p:txBody>
      </p:sp>
      <p:sp>
        <p:nvSpPr>
          <p:cNvPr id="6" name="Slide Number Placeholder 5">
            <a:extLst xmlns:a="http://schemas.openxmlformats.org/drawingml/2006/main">
              <a:ext uri="{FF2B5EF4-FFF2-40B4-BE49-F238E27FC236}">
                <a16:creationId xmlns:a16="http://schemas.microsoft.com/office/drawing/2014/main" id="{8542E0F1-15E9-E241-9959-A6D46B69EE9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9DA42802-E4C8-4D6F-B0D0-53DEA9BE3FA8}" type="slidenum">
              <a:t>‹#›</a:t>
            </a:fld>
            <a:endParaRPr/>
          </a:p>
        </p:txBody>
      </p:sp>
    </p:spTree>
  </p:cSld>
</p:sldLayout>
</file>

<file path=ppt/slideLayouts/slideLayout5.xml><?xml version="1.0" encoding="utf-8"?>
<p:sldLayout xmlns:p="http://schemas.openxmlformats.org/presentationml/2006/main" showMasterSp="0" preserve="1">
  <p:cSld name="Section Header">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95842852-3CDE-22AD-D5F0-AAF8279A0910}"/>
              </a:ext>
            </a:extLst>
          </p:cNvPr>
          <p:cNvSpPr>
            <a:spLocks xmlns:a="http://schemas.openxmlformats.org/drawingml/2006/main" noGrp="1"/>
          </p:cNvSpPr>
          <p:nvPr>
            <p:ph type="title" idx="0"/>
          </p:nvPr>
        </p:nvSpPr>
        <p:spPr>
          <a:xfrm xmlns:a="http://schemas.openxmlformats.org/drawingml/2006/main">
            <a:off x="838200" y="859536"/>
            <a:ext cx="9546336" cy="3675885"/>
          </a:xfrm>
        </p:spPr>
        <p:txBody>
          <a:bodyPr xmlns:a="http://schemas.openxmlformats.org/drawingml/2006/main" anchor="t">
            <a:normAutofit/>
          </a:bodyPr>
          <a:lstStyle xmlns:a="http://schemas.openxmlformats.org/drawingml/2006/main">
            <a:lvl1pPr>
              <a:buNone/>
              <a:defRPr sz="6000"/>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5B407A58-3351-E479-1A0C-2FF49FA4270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endParaRPr/>
          </a:p>
        </p:txBody>
      </p:sp>
      <p:sp>
        <p:nvSpPr>
          <p:cNvPr id="4" name="Date Placeholder 3">
            <a:extLst xmlns:a="http://schemas.openxmlformats.org/drawingml/2006/main">
              <a:ext uri="{FF2B5EF4-FFF2-40B4-BE49-F238E27FC236}">
                <a16:creationId xmlns:a16="http://schemas.microsoft.com/office/drawing/2014/main" id="{EAE2DAFA-435E-AAF9-8B67-495E5AFDCD9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871B9433-C9E5-43C9-BAE0-1C68CE026B28}" type="datetimeFigureOut">
              <a:t>8/17/2026</a:t>
            </a:fld>
            <a:endParaRPr/>
          </a:p>
        </p:txBody>
      </p:sp>
      <p:sp>
        <p:nvSpPr>
          <p:cNvPr id="6" name="Slide Number Placeholder 5">
            <a:extLst xmlns:a="http://schemas.openxmlformats.org/drawingml/2006/main">
              <a:ext uri="{FF2B5EF4-FFF2-40B4-BE49-F238E27FC236}">
                <a16:creationId xmlns:a16="http://schemas.microsoft.com/office/drawing/2014/main" id="{81789E10-2433-2ECB-9C92-571B583A4CF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9DA42802-E4C8-4D6F-B0D0-53DEA9BE3FA8}" type="slidenum">
              <a:t>‹#›</a:t>
            </a:fld>
            <a:endParaRPr/>
          </a:p>
        </p:txBody>
      </p:sp>
      <p:sp>
        <p:nvSpPr>
          <p:cNvPr id="7" name="Straight Connector 6">
            <a:extLst xmlns:a="http://schemas.openxmlformats.org/drawingml/2006/main">
              <a:ext uri="{FF2B5EF4-FFF2-40B4-BE49-F238E27FC236}">
                <a16:creationId xmlns:a16="http://schemas.microsoft.com/office/drawing/2014/main" id="{2DF4469C-2349-47E1-BC7F-0247F3891B34}"/>
              </a:ext>
            </a:extLst>
          </p:cNvPr>
          <p:cNvSpPr>
            <a:spLocks xmlns:a="http://schemas.openxmlformats.org/drawingml/2006/main" noGrp="1"/>
          </p:cNvSpPr>
          <p:nvPr/>
        </p:nvSpPr>
        <p:spPr>
          <a:xfrm xmlns:a="http://schemas.openxmlformats.org/drawingml/2006/main" flipH="1">
            <a:off x="4" y="5143500"/>
            <a:ext cx="12191996" cy="0"/>
          </a:xfrm>
          <a:prstGeom xmlns:a="http://schemas.openxmlformats.org/drawingml/2006/main" prst="line">
            <a:avLst/>
          </a:prstGeom>
          <a:ln xmlns:a="http://schemas.openxmlformats.org/drawingml/2006/main">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Tree>
  </p:cSld>
</p:sldLayout>
</file>

<file path=ppt/slideLayouts/slideLayout6.xml><?xml version="1.0" encoding="utf-8"?>
<p:sldLayout xmlns:p="http://schemas.openxmlformats.org/presentationml/2006/main" showMasterSp="0" preserve="1">
  <p:cSld name="Agenda">
    <p:spTree>
      <p:nvGrpSpPr>
        <p:cNvPr id="1" name=""/>
        <p:cNvGrpSpPr/>
        <p:nvPr/>
      </p:nvGrpSpPr>
      <p:grpSpPr>
        <a:xfrm xmlns:a="http://schemas.openxmlformats.org/drawingml/2006/main"/>
      </p:grpSpPr>
      <p:sp>
        <p:nvSpPr>
          <p:cNvPr id="10" name="Title 9">
            <a:extLst xmlns:a="http://schemas.openxmlformats.org/drawingml/2006/main">
              <a:ext uri="{FF2B5EF4-FFF2-40B4-BE49-F238E27FC236}">
                <a16:creationId xmlns:a16="http://schemas.microsoft.com/office/drawing/2014/main" id="{C4EF7E11-76D4-64FA-465B-165405450121}"/>
              </a:ext>
            </a:extLst>
          </p:cNvPr>
          <p:cNvSpPr>
            <a:spLocks xmlns:a="http://schemas.openxmlformats.org/drawingml/2006/main" noGrp="1"/>
          </p:cNvSpPr>
          <p:nvPr>
            <p:ph type="title" idx="0"/>
          </p:nvPr>
        </p:nvSpPr>
        <p:spPr>
          <a:xfrm xmlns:a="http://schemas.openxmlformats.org/drawingml/2006/main">
            <a:off x="1285947" y="1296083"/>
            <a:ext cx="4353325" cy="4265835"/>
          </a:xfrm>
          <a:custGeom xmlns:a="http://schemas.openxmlformats.org/drawingml/2006/main">
            <a:gdLst>
              <a:gd name="connsiteX0" fmla="*/ 2176663 w 4353325"/>
              <a:gd name="connsiteY0" fmla="*/ 0 h 4265835"/>
              <a:gd name="connsiteX1" fmla="*/ 4353325 w 4353325"/>
              <a:gd name="connsiteY1" fmla="*/ 2176662 h 4265835"/>
              <a:gd name="connsiteX2" fmla="*/ 4353325 w 4353325"/>
              <a:gd name="connsiteY2" fmla="*/ 2712923 h 4265835"/>
              <a:gd name="connsiteX3" fmla="*/ 4353325 w 4353325"/>
              <a:gd name="connsiteY3" fmla="*/ 3733873 h 4265835"/>
              <a:gd name="connsiteX4" fmla="*/ 4353325 w 4353325"/>
              <a:gd name="connsiteY4" fmla="*/ 4265835 h 4265835"/>
              <a:gd name="connsiteX5" fmla="*/ 0 w 4353325"/>
              <a:gd name="connsiteY5" fmla="*/ 4265835 h 4265835"/>
              <a:gd name="connsiteX6" fmla="*/ 0 w 4353325"/>
              <a:gd name="connsiteY6" fmla="*/ 3733873 h 4265835"/>
              <a:gd name="connsiteX7" fmla="*/ 0 w 4353325"/>
              <a:gd name="connsiteY7" fmla="*/ 2712923 h 4265835"/>
              <a:gd name="connsiteX8" fmla="*/ 0 w 4353325"/>
              <a:gd name="connsiteY8" fmla="*/ 2176662 h 4265835"/>
              <a:gd name="connsiteX9" fmla="*/ 2176663 w 4353325"/>
              <a:gd name="connsiteY9" fmla="*/ 0 h 4265835"/>
            </a:gdLst>
            <a:rect l="l" t="t" r="r" b="b"/>
            <a:pathLst>
              <a:path w="4353325" h="4265835">
                <a:moveTo>
                  <a:pt x="2176663" y="0"/>
                </a:moveTo>
                <a:cubicBezTo>
                  <a:pt x="3378800" y="0"/>
                  <a:pt x="4353325" y="974525"/>
                  <a:pt x="4353325" y="2176662"/>
                </a:cubicBezTo>
                <a:lnTo>
                  <a:pt x="4353325" y="2712923"/>
                </a:lnTo>
                <a:lnTo>
                  <a:pt x="4353325" y="3733873"/>
                </a:lnTo>
                <a:lnTo>
                  <a:pt x="4353325" y="4265835"/>
                </a:lnTo>
                <a:lnTo>
                  <a:pt x="0" y="4265835"/>
                </a:lnTo>
                <a:lnTo>
                  <a:pt x="0" y="3733873"/>
                </a:lnTo>
                <a:lnTo>
                  <a:pt x="0" y="2712923"/>
                </a:lnTo>
                <a:lnTo>
                  <a:pt x="0" y="2176662"/>
                </a:lnTo>
                <a:cubicBezTo>
                  <a:pt x="0" y="974525"/>
                  <a:pt x="974525" y="0"/>
                  <a:pt x="2176663" y="0"/>
                </a:cubicBezTo>
                <a:close/>
              </a:path>
            </a:pathLst>
          </a:custGeom>
          <a:ln xmlns:a="http://schemas.openxmlformats.org/drawingml/2006/main" w="6350">
            <a:solidFill>
              <a:schemeClr val="tx1"/>
            </a:solidFill>
          </a:ln>
        </p:spPr>
        <p:txBody>
          <a:bodyPr xmlns:a="http://schemas.openxmlformats.org/drawingml/2006/main" wrap="square" lIns="182880" tIns="914400" rIns="182880" anchor="ctr">
            <a:noAutofit/>
          </a:bodyPr>
          <a:lstStyle xmlns:a="http://schemas.openxmlformats.org/drawingml/2006/main">
            <a:lvl1pPr algn="ctr">
              <a:buNone/>
              <a:defRPr sz="3200">
                <a:solidFill>
                  <a:schemeClr val="tx1"/>
                </a:solidFill>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B17E6B5E-6174-FD5C-41E8-FFC44C650D7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endParaRPr/>
          </a:p>
        </p:txBody>
      </p:sp>
      <p:sp>
        <p:nvSpPr>
          <p:cNvPr id="8" name="Content Placeholder 7">
            <a:extLst xmlns:a="http://schemas.openxmlformats.org/drawingml/2006/main">
              <a:ext uri="{FF2B5EF4-FFF2-40B4-BE49-F238E27FC236}">
                <a16:creationId xmlns:a16="http://schemas.microsoft.com/office/drawing/2014/main" id="{7D633F00-464B-3088-812A-40496FD1021A}"/>
              </a:ext>
            </a:extLst>
          </p:cNvPr>
          <p:cNvSpPr>
            <a:spLocks xmlns:a="http://schemas.openxmlformats.org/drawingml/2006/main" noGrp="1"/>
          </p:cNvSpPr>
          <p:nvPr>
            <p:ph idx="13"/>
          </p:nvPr>
        </p:nvSpPr>
        <p:spPr>
          <a:xfrm xmlns:a="http://schemas.openxmlformats.org/drawingml/2006/main">
            <a:off x="6535056" y="1296083"/>
            <a:ext cx="4325112" cy="4265835"/>
          </a:xfrm>
        </p:spPr>
        <p:txBody>
          <a:bodyPr xmlns:a="http://schemas.openxmlformats.org/drawingml/2006/main" anchor="b"/>
          <a:lstStyle xmlns:a="http://schemas.openxmlformats.org/drawingml/2006/main">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0B9485D1-E172-8F0A-A425-3097B3ABCFB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871B9433-C9E5-43C9-BAE0-1C68CE026B28}" type="datetimeFigureOut">
              <a:t>8/17/2026</a:t>
            </a:fld>
            <a:endParaRPr/>
          </a:p>
        </p:txBody>
      </p:sp>
      <p:sp>
        <p:nvSpPr>
          <p:cNvPr id="6" name="Slide Number Placeholder 5">
            <a:extLst xmlns:a="http://schemas.openxmlformats.org/drawingml/2006/main">
              <a:ext uri="{FF2B5EF4-FFF2-40B4-BE49-F238E27FC236}">
                <a16:creationId xmlns:a16="http://schemas.microsoft.com/office/drawing/2014/main" id="{4BF72154-F85B-E301-DA57-E314D731591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9DA42802-E4C8-4D6F-B0D0-53DEA9BE3FA8}" type="slidenum">
              <a:t>‹#›</a:t>
            </a:fld>
            <a:endParaRPr/>
          </a:p>
        </p:txBody>
      </p:sp>
    </p:spTree>
  </p:cSld>
</p:sldLayout>
</file>

<file path=ppt/slideLayouts/slideLayout7.xml><?xml version="1.0" encoding="utf-8"?>
<p:sldLayout xmlns:p="http://schemas.openxmlformats.org/presentationml/2006/main" showMasterSp="0" preserve="1">
  <p:cSld name="Agenda with Pictur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7D05B5E-C545-4763-BA47-4C2C0FCA514D}"/>
              </a:ext>
            </a:extLst>
          </p:cNvPr>
          <p:cNvSpPr>
            <a:spLocks xmlns:a="http://schemas.openxmlformats.org/drawingml/2006/main" noGrp="1"/>
          </p:cNvSpPr>
          <p:nvPr>
            <p:ph type="title" idx="0"/>
          </p:nvPr>
        </p:nvSpPr>
        <p:spPr>
          <a:xfrm xmlns:a="http://schemas.openxmlformats.org/drawingml/2006/main">
            <a:off x="1060704" y="4608576"/>
            <a:ext cx="4169664" cy="1609344"/>
          </a:xfrm>
        </p:spPr>
        <p:txBody>
          <a:bodyPr xmlns:a="http://schemas.openxmlformats.org/drawingml/2006/main" anchor="t">
            <a:noAutofit/>
          </a:bodyPr>
          <a:lstStyle xmlns:a="http://schemas.openxmlformats.org/drawingml/2006/main">
            <a:lvl1pPr algn="ctr">
              <a:buNone/>
              <a:defRPr sz="4400">
                <a:solidFill>
                  <a:schemeClr val="tx1"/>
                </a:solidFill>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C79D23AA-8F22-4B09-8FAA-CD16E5D66C5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endParaRPr/>
          </a:p>
        </p:txBody>
      </p:sp>
      <p:sp>
        <p:nvSpPr>
          <p:cNvPr id="8" name="Picture Placeholder 7">
            <a:extLst xmlns:a="http://schemas.openxmlformats.org/drawingml/2006/main">
              <a:ext uri="{FF2B5EF4-FFF2-40B4-BE49-F238E27FC236}">
                <a16:creationId xmlns:a16="http://schemas.microsoft.com/office/drawing/2014/main" id="{4E5AAB3D-814D-597A-6ADE-F522A8116DCD}"/>
              </a:ext>
            </a:extLst>
          </p:cNvPr>
          <p:cNvSpPr>
            <a:spLocks xmlns:a="http://schemas.openxmlformats.org/drawingml/2006/main" noGrp="1"/>
          </p:cNvSpPr>
          <p:nvPr>
            <p:ph type="pic" idx="13" hasCustomPrompt="1"/>
          </p:nvPr>
        </p:nvSpPr>
        <p:spPr>
          <a:xfrm xmlns:a="http://schemas.openxmlformats.org/drawingml/2006/main">
            <a:off x="1257301" y="1097280"/>
            <a:ext cx="3776470" cy="3168100"/>
          </a:xfrm>
          <a:custGeom xmlns:a="http://schemas.openxmlformats.org/drawingml/2006/main">
            <a:gdLst>
              <a:gd name="connsiteX0" fmla="*/ 1888235 w 3776470"/>
              <a:gd name="connsiteY0" fmla="*/ 0 h 3168100"/>
              <a:gd name="connsiteX1" fmla="*/ 3776470 w 3776470"/>
              <a:gd name="connsiteY1" fmla="*/ 1888235 h 3168100"/>
              <a:gd name="connsiteX2" fmla="*/ 3776470 w 3776470"/>
              <a:gd name="connsiteY2" fmla="*/ 3168100 h 3168100"/>
              <a:gd name="connsiteX3" fmla="*/ 0 w 3776470"/>
              <a:gd name="connsiteY3" fmla="*/ 3168100 h 3168100"/>
              <a:gd name="connsiteX4" fmla="*/ 0 w 3776470"/>
              <a:gd name="connsiteY4" fmla="*/ 1888235 h 3168100"/>
              <a:gd name="connsiteX5" fmla="*/ 1888235 w 3776470"/>
              <a:gd name="connsiteY5" fmla="*/ 0 h 3168100"/>
            </a:gdLst>
            <a:rect l="l" t="t" r="r" b="b"/>
            <a:pathLst>
              <a:path w="3776470" h="3168100">
                <a:moveTo>
                  <a:pt x="1888235" y="0"/>
                </a:moveTo>
                <a:cubicBezTo>
                  <a:pt x="2931078" y="0"/>
                  <a:pt x="3776470" y="845392"/>
                  <a:pt x="3776470" y="1888235"/>
                </a:cubicBezTo>
                <a:lnTo>
                  <a:pt x="3776470" y="3168100"/>
                </a:lnTo>
                <a:lnTo>
                  <a:pt x="0" y="3168100"/>
                </a:lnTo>
                <a:lnTo>
                  <a:pt x="0" y="1888235"/>
                </a:lnTo>
                <a:cubicBezTo>
                  <a:pt x="0" y="845392"/>
                  <a:pt x="845392" y="0"/>
                  <a:pt x="1888235" y="0"/>
                </a:cubicBezTo>
                <a:close/>
              </a:path>
            </a:pathLst>
          </a:custGeom>
          <a:blipFill xmlns:a="http://schemas.openxmlformats.org/drawingml/2006/main">
            <a:blip xmlns:r="http://schemas.openxmlformats.org/officeDocument/2006/relationships" r:embed="R5715386e3be541ec">
              <a:alphaModFix amt="70000"/>
            </a:blip>
            <a:stretch>
              <a:fillRect l="0" t="0" r="0" b="0"/>
            </a:stretch>
          </a:blipFill>
          <a:ln xmlns:a="http://schemas.openxmlformats.org/drawingml/2006/main" w="6350">
            <a:solidFill>
              <a:schemeClr val="tx1"/>
            </a:solidFill>
          </a:ln>
        </p:spPr>
        <p:txBody>
          <a:bodyPr xmlns:a="http://schemas.openxmlformats.org/drawingml/2006/main" wrap="square">
            <a:noAutofit/>
          </a:bodyPr>
          <a:lstStyle xmlns:a="http://schemas.openxmlformats.org/drawingml/2006/main">
            <a:lvl1pPr marL="0" indent="0">
              <a:buFont typeface="Arial"/>
              <a:buNone/>
              <a:defRPr sz="3200">
                <a:solidFill>
                  <a:schemeClr val="tx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r>
              <a:t> </a:t>
            </a:r>
          </a:p>
        </p:txBody>
      </p:sp>
      <p:sp>
        <p:nvSpPr>
          <p:cNvPr id="3" name="Content Placeholder 2">
            <a:extLst xmlns:a="http://schemas.openxmlformats.org/drawingml/2006/main">
              <a:ext uri="{FF2B5EF4-FFF2-40B4-BE49-F238E27FC236}">
                <a16:creationId xmlns:a16="http://schemas.microsoft.com/office/drawing/2014/main" id="{7FA263F8-8E34-4910-BF7A-F1C5A99689DC}"/>
              </a:ext>
            </a:extLst>
          </p:cNvPr>
          <p:cNvSpPr>
            <a:spLocks xmlns:a="http://schemas.openxmlformats.org/drawingml/2006/main" noGrp="1"/>
          </p:cNvSpPr>
          <p:nvPr>
            <p:ph idx="1"/>
          </p:nvPr>
        </p:nvSpPr>
        <p:spPr>
          <a:xfrm xmlns:a="http://schemas.openxmlformats.org/drawingml/2006/main">
            <a:off x="7141464" y="841248"/>
            <a:ext cx="4215384" cy="5330952"/>
          </a:xfrm>
        </p:spPr>
        <p:txBody>
          <a:bodyPr xmlns:a="http://schemas.openxmlformats.org/drawingml/2006/main" anchor="ctr"/>
          <a:lstStyle xmlns:a="http://schemas.openxmlformats.org/drawingml/2006/main">
            <a:lvl1pPr algn="ctr">
              <a:buNone/>
              <a:defRPr>
                <a:solidFill>
                  <a:schemeClr val="tx1"/>
                </a:solidFill>
              </a:defRPr>
            </a:lvl1pPr>
            <a:lvl2pPr algn="ctr">
              <a:buNone/>
              <a:defRPr>
                <a:solidFill>
                  <a:schemeClr val="tx1"/>
                </a:solidFill>
              </a:defRPr>
            </a:lvl2pPr>
            <a:lvl3pPr algn="ctr">
              <a:buNone/>
              <a:defRPr>
                <a:solidFill>
                  <a:schemeClr val="tx1"/>
                </a:solidFill>
              </a:defRPr>
            </a:lvl3pPr>
            <a:lvl4pPr algn="ctr">
              <a:buNone/>
              <a:defRPr>
                <a:solidFill>
                  <a:schemeClr val="tx1"/>
                </a:solidFill>
              </a:defRPr>
            </a:lvl4pPr>
            <a:lvl5pPr algn="ctr">
              <a:buNone/>
              <a:defRPr>
                <a:solidFill>
                  <a:schemeClr val="tx1"/>
                </a:solidFill>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456E74E5-D20D-4AB7-8D98-F336CE0ECCB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871B9433-C9E5-43C9-BAE0-1C68CE026B28}" type="datetimeFigureOut">
              <a:t>8/17/2026</a:t>
            </a:fld>
            <a:endParaRPr/>
          </a:p>
        </p:txBody>
      </p:sp>
      <p:sp>
        <p:nvSpPr>
          <p:cNvPr id="6" name="Slide Number Placeholder 5">
            <a:extLst xmlns:a="http://schemas.openxmlformats.org/drawingml/2006/main">
              <a:ext uri="{FF2B5EF4-FFF2-40B4-BE49-F238E27FC236}">
                <a16:creationId xmlns:a16="http://schemas.microsoft.com/office/drawing/2014/main" id="{84E8A028-A0C8-45E7-915E-B83FF59C9F1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9DA42802-E4C8-4D6F-B0D0-53DEA9BE3FA8}" type="slidenum">
              <a:t>‹#›</a:t>
            </a:fld>
            <a:endParaRPr/>
          </a:p>
        </p:txBody>
      </p:sp>
      <p:sp>
        <p:nvSpPr>
          <p:cNvPr id="7" name="Straight Connector 6">
            <a:extLst xmlns:a="http://schemas.openxmlformats.org/drawingml/2006/main">
              <a:ext uri="{FF2B5EF4-FFF2-40B4-BE49-F238E27FC236}">
                <a16:creationId xmlns:a16="http://schemas.microsoft.com/office/drawing/2014/main" id="{C951BC10-A646-4565-A0CC-578BBE8D7466}"/>
              </a:ext>
            </a:extLst>
          </p:cNvPr>
          <p:cNvSpPr>
            <a:spLocks xmlns:a="http://schemas.openxmlformats.org/drawingml/2006/main" noGrp="1"/>
          </p:cNvSpPr>
          <p:nvPr/>
        </p:nvSpPr>
        <p:spPr>
          <a:xfrm xmlns:a="http://schemas.openxmlformats.org/drawingml/2006/main">
            <a:off x="6297086" y="0"/>
            <a:ext cx="0" cy="6858000"/>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Tree>
  </p:cSld>
</p:sldLayout>
</file>

<file path=ppt/slideLayouts/slideLayout8.xml><?xml version="1.0" encoding="utf-8"?>
<p:sldLayout xmlns:p="http://schemas.openxmlformats.org/presentationml/2006/main" showMasterSp="0" preserve="1">
  <p:cSld name="Content 2">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C7433D9-FD02-59E2-0F81-A0B7201D2DA0}"/>
              </a:ext>
            </a:extLst>
          </p:cNvPr>
          <p:cNvSpPr>
            <a:spLocks xmlns:a="http://schemas.openxmlformats.org/drawingml/2006/main" noGrp="1"/>
          </p:cNvSpPr>
          <p:nvPr>
            <p:ph type="title" idx="0"/>
          </p:nvPr>
        </p:nvSpPr>
        <p:spPr>
          <a:xfrm xmlns:a="http://schemas.openxmlformats.org/drawingml/2006/main">
            <a:off x="786384" y="2615184"/>
            <a:ext cx="3813048" cy="3557016"/>
          </a:xfrm>
        </p:spPr>
        <p:txBody>
          <a:bodyPr xmlns:a="http://schemas.openxmlformats.org/drawingml/2006/main">
            <a:normAutofit/>
          </a:bodyPr>
          <a:lstStyle xmlns:a="http://schemas.openxmlformats.org/drawingml/2006/main">
            <a:lvl1pPr>
              <a:buNone/>
              <a:defRPr sz="3200">
                <a:solidFill>
                  <a:schemeClr val="tx1"/>
                </a:solidFill>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B17E6B5E-6174-FD5C-41E8-FFC44C650D7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endParaRPr/>
          </a:p>
        </p:txBody>
      </p:sp>
      <p:sp>
        <p:nvSpPr>
          <p:cNvPr id="8" name="Content Placeholder 7">
            <a:extLst xmlns:a="http://schemas.openxmlformats.org/drawingml/2006/main">
              <a:ext uri="{FF2B5EF4-FFF2-40B4-BE49-F238E27FC236}">
                <a16:creationId xmlns:a16="http://schemas.microsoft.com/office/drawing/2014/main" id="{D42D62A0-8127-CE86-0633-0D65E1E136F7}"/>
              </a:ext>
            </a:extLst>
          </p:cNvPr>
          <p:cNvSpPr>
            <a:spLocks xmlns:a="http://schemas.openxmlformats.org/drawingml/2006/main" noGrp="1"/>
          </p:cNvSpPr>
          <p:nvPr>
            <p:ph idx="13"/>
          </p:nvPr>
        </p:nvSpPr>
        <p:spPr>
          <a:xfrm xmlns:a="http://schemas.openxmlformats.org/drawingml/2006/main">
            <a:off x="5519738" y="841248"/>
            <a:ext cx="4956175" cy="3556000"/>
          </a:xfrm>
        </p:spPr>
        <p:txBody>
          <a:bodyPr xmlns:a="http://schemas.openxmlformats.org/drawingml/2006/main"/>
          <a:lstStyle xmlns:a="http://schemas.openxmlformats.org/drawingml/2006/main">
            <a:lvl1pPr>
              <a:buNone/>
              <a:defRPr>
                <a:solidFill>
                  <a:schemeClr val="tx1"/>
                </a:solidFill>
              </a:defRPr>
            </a:lvl1pPr>
            <a:lvl2pPr>
              <a:buNone/>
              <a:defRPr sz="1400">
                <a:solidFill>
                  <a:schemeClr val="tx1"/>
                </a:solidFill>
              </a:defRPr>
            </a:lvl2pPr>
            <a:lvl3pPr>
              <a:buNone/>
              <a:defRPr sz="1400">
                <a:solidFill>
                  <a:schemeClr val="tx1"/>
                </a:solidFill>
              </a:defRPr>
            </a:lvl3pPr>
            <a:lvl4pPr>
              <a:buNone/>
              <a:defRPr sz="1400">
                <a:solidFill>
                  <a:schemeClr val="tx1"/>
                </a:solidFill>
              </a:defRPr>
            </a:lvl4pPr>
            <a:lvl5pPr>
              <a:buNone/>
              <a:defRPr sz="1400">
                <a:solidFill>
                  <a:schemeClr val="tx1"/>
                </a:solidFill>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0B9485D1-E172-8F0A-A425-3097B3ABCFB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871B9433-C9E5-43C9-BAE0-1C68CE026B28}" type="datetimeFigureOut">
              <a:t>8/17/2026</a:t>
            </a:fld>
            <a:endParaRPr/>
          </a:p>
        </p:txBody>
      </p:sp>
      <p:sp>
        <p:nvSpPr>
          <p:cNvPr id="6" name="Slide Number Placeholder 5">
            <a:extLst xmlns:a="http://schemas.openxmlformats.org/drawingml/2006/main">
              <a:ext uri="{FF2B5EF4-FFF2-40B4-BE49-F238E27FC236}">
                <a16:creationId xmlns:a16="http://schemas.microsoft.com/office/drawing/2014/main" id="{4BF72154-F85B-E301-DA57-E314D731591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9DA42802-E4C8-4D6F-B0D0-53DEA9BE3FA8}" type="slidenum">
              <a:t>‹#›</a:t>
            </a:fld>
            <a:endParaRPr/>
          </a:p>
        </p:txBody>
      </p:sp>
      <p:sp>
        <p:nvSpPr>
          <p:cNvPr id="3" name="Straight Connector 2">
            <a:extLst xmlns:a="http://schemas.openxmlformats.org/drawingml/2006/main">
              <a:ext uri="{FF2B5EF4-FFF2-40B4-BE49-F238E27FC236}">
                <a16:creationId xmlns:a16="http://schemas.microsoft.com/office/drawing/2014/main" id="{E108AD25-3E06-4F14-8D6C-3E7AB8CF9954}"/>
              </a:ext>
            </a:extLst>
          </p:cNvPr>
          <p:cNvSpPr>
            <a:spLocks xmlns:a="http://schemas.openxmlformats.org/drawingml/2006/main" noGrp="1"/>
          </p:cNvSpPr>
          <p:nvPr/>
        </p:nvSpPr>
        <p:spPr>
          <a:xfrm xmlns:a="http://schemas.openxmlformats.org/drawingml/2006/main" flipV="1">
            <a:off x="5016203" y="0"/>
            <a:ext cx="0" cy="6858000"/>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Tree>
  </p:cSld>
</p:sldLayout>
</file>

<file path=ppt/slideLayouts/slideLayout9.xml><?xml version="1.0" encoding="utf-8"?>
<p:sldLayout xmlns:p="http://schemas.openxmlformats.org/presentationml/2006/main" showMasterSp="0" preserve="1">
  <p:cSld name="Content 3">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C7433D9-FD02-59E2-0F81-A0B7201D2DA0}"/>
              </a:ext>
            </a:extLst>
          </p:cNvPr>
          <p:cNvSpPr>
            <a:spLocks xmlns:a="http://schemas.openxmlformats.org/drawingml/2006/main" noGrp="1"/>
          </p:cNvSpPr>
          <p:nvPr>
            <p:ph type="title" idx="0"/>
          </p:nvPr>
        </p:nvSpPr>
        <p:spPr>
          <a:xfrm xmlns:a="http://schemas.openxmlformats.org/drawingml/2006/main">
            <a:off x="731520" y="841248"/>
            <a:ext cx="2999232" cy="5184648"/>
          </a:xfrm>
        </p:spPr>
        <p:txBody>
          <a:bodyPr xmlns:a="http://schemas.openxmlformats.org/drawingml/2006/main" anchor="t">
            <a:normAutofit/>
          </a:bodyPr>
          <a:lstStyle xmlns:a="http://schemas.openxmlformats.org/drawingml/2006/main">
            <a:lvl1pPr>
              <a:buNone/>
              <a:defRPr sz="3200">
                <a:solidFill>
                  <a:schemeClr val="tx1"/>
                </a:solidFill>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B17E6B5E-6174-FD5C-41E8-FFC44C650D7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endParaRPr/>
          </a:p>
        </p:txBody>
      </p:sp>
      <p:sp>
        <p:nvSpPr>
          <p:cNvPr id="8" name="Content Placeholder 7">
            <a:extLst xmlns:a="http://schemas.openxmlformats.org/drawingml/2006/main">
              <a:ext uri="{FF2B5EF4-FFF2-40B4-BE49-F238E27FC236}">
                <a16:creationId xmlns:a16="http://schemas.microsoft.com/office/drawing/2014/main" id="{8C71126E-AEFA-B45A-CD39-AC1315E03339}"/>
              </a:ext>
            </a:extLst>
          </p:cNvPr>
          <p:cNvSpPr>
            <a:spLocks xmlns:a="http://schemas.openxmlformats.org/drawingml/2006/main" noGrp="1"/>
          </p:cNvSpPr>
          <p:nvPr>
            <p:ph idx="13"/>
          </p:nvPr>
        </p:nvSpPr>
        <p:spPr>
          <a:xfrm xmlns:a="http://schemas.openxmlformats.org/drawingml/2006/main">
            <a:off x="4666926" y="841248"/>
            <a:ext cx="6260154" cy="5184648"/>
          </a:xfrm>
        </p:spPr>
        <p:txBody>
          <a:bodyPr xmlns:a="http://schemas.openxmlformats.org/drawingml/2006/main"/>
          <a:lstStyle xmlns:a="http://schemas.openxmlformats.org/drawingml/2006/main">
            <a:lvl1pPr>
              <a:buNone/>
              <a:defRPr>
                <a:solidFill>
                  <a:schemeClr val="tx1"/>
                </a:solidFill>
              </a:defRPr>
            </a:lvl1pPr>
            <a:lvl2pPr>
              <a:buNone/>
              <a:defRPr sz="1400">
                <a:solidFill>
                  <a:schemeClr val="tx1"/>
                </a:solidFill>
              </a:defRPr>
            </a:lvl2pPr>
            <a:lvl3pPr>
              <a:buNone/>
              <a:defRPr sz="1400">
                <a:solidFill>
                  <a:schemeClr val="tx1"/>
                </a:solidFill>
              </a:defRPr>
            </a:lvl3pPr>
            <a:lvl4pPr>
              <a:buNone/>
              <a:defRPr sz="1400">
                <a:solidFill>
                  <a:schemeClr val="tx1"/>
                </a:solidFill>
              </a:defRPr>
            </a:lvl4pPr>
            <a:lvl5pPr>
              <a:buNone/>
              <a:defRPr sz="1400">
                <a:solidFill>
                  <a:schemeClr val="tx1"/>
                </a:solidFill>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0B9485D1-E172-8F0A-A425-3097B3ABCFB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871B9433-C9E5-43C9-BAE0-1C68CE026B28}" type="datetimeFigureOut">
              <a:t>8/17/2026</a:t>
            </a:fld>
            <a:endParaRPr/>
          </a:p>
        </p:txBody>
      </p:sp>
      <p:sp>
        <p:nvSpPr>
          <p:cNvPr id="6" name="Slide Number Placeholder 5">
            <a:extLst xmlns:a="http://schemas.openxmlformats.org/drawingml/2006/main">
              <a:ext uri="{FF2B5EF4-FFF2-40B4-BE49-F238E27FC236}">
                <a16:creationId xmlns:a16="http://schemas.microsoft.com/office/drawing/2014/main" id="{4BF72154-F85B-E301-DA57-E314D731591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9DA42802-E4C8-4D6F-B0D0-53DEA9BE3FA8}" type="slidenum">
              <a:t>‹#›</a:t>
            </a:fld>
            <a:endParaRPr/>
          </a:p>
        </p:txBody>
      </p:sp>
      <p:sp>
        <p:nvSpPr>
          <p:cNvPr id="3" name="Straight Connector 2">
            <a:extLst xmlns:a="http://schemas.openxmlformats.org/drawingml/2006/main">
              <a:ext uri="{FF2B5EF4-FFF2-40B4-BE49-F238E27FC236}">
                <a16:creationId xmlns:a16="http://schemas.microsoft.com/office/drawing/2014/main" id="{0BCE5A84-39DF-4A73-A81F-32225D5CF6AA}"/>
              </a:ext>
            </a:extLst>
          </p:cNvPr>
          <p:cNvSpPr>
            <a:spLocks xmlns:a="http://schemas.openxmlformats.org/drawingml/2006/main" noGrp="1"/>
          </p:cNvSpPr>
          <p:nvPr/>
        </p:nvSpPr>
        <p:spPr>
          <a:xfrm xmlns:a="http://schemas.openxmlformats.org/drawingml/2006/main" flipV="1">
            <a:off x="4182210" y="0"/>
            <a:ext cx="0" cy="6858000"/>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Tree>
  </p:cSld>
</p:sldLayout>
</file>

<file path=ppt/slideLayouts/slideLayout10.xml><?xml version="1.0" encoding="utf-8"?>
<p:sldLayout xmlns:p="http://schemas.openxmlformats.org/presentationml/2006/main" showMasterSp="0" preserve="1">
  <p:cSld name="Content with Pictur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AF3BB49-A328-F121-7F27-DEB7C3CC2B0F}"/>
              </a:ext>
            </a:extLst>
          </p:cNvPr>
          <p:cNvSpPr>
            <a:spLocks xmlns:a="http://schemas.openxmlformats.org/drawingml/2006/main" noGrp="1"/>
          </p:cNvSpPr>
          <p:nvPr>
            <p:ph type="title" idx="0"/>
          </p:nvPr>
        </p:nvSpPr>
        <p:spPr>
          <a:xfrm xmlns:a="http://schemas.openxmlformats.org/drawingml/2006/main">
            <a:off x="8831152" y="990511"/>
            <a:ext cx="2565593" cy="1858941"/>
          </a:xfrm>
        </p:spPr>
        <p:txBody>
          <a:bodyPr xmlns:a="http://schemas.openxmlformats.org/drawingml/2006/main" anchor="b"/>
          <a:lstStyle xmlns:a="http://schemas.openxmlformats.org/drawingml/2006/main">
            <a:lvl1pPr>
              <a:buNone/>
              <a:defRPr sz="3200" kern="1200">
                <a:solidFill>
                  <a:schemeClr val="tx1"/>
                </a:solidFill>
                <a:latin typeface="+mj-lt"/>
                <a:ea typeface="+mj-lt"/>
                <a:cs typeface="+mj-lt"/>
              </a:defRPr>
            </a:lvl1pPr>
          </a:lstStyle>
          <a:p xmlns:a="http://schemas.openxmlformats.org/drawingml/2006/main">
            <a:r>
              <a:t>Click to edit Master title style</a:t>
            </a:r>
          </a:p>
        </p:txBody>
      </p:sp>
      <p:sp>
        <p:nvSpPr>
          <p:cNvPr id="10" name="Picture Placeholder 9">
            <a:extLst xmlns:a="http://schemas.openxmlformats.org/drawingml/2006/main">
              <a:ext uri="{FF2B5EF4-FFF2-40B4-BE49-F238E27FC236}">
                <a16:creationId xmlns:a16="http://schemas.microsoft.com/office/drawing/2014/main" id="{3CA946DA-5AE8-39E2-3ADD-B8F06308C1C6}"/>
              </a:ext>
            </a:extLst>
          </p:cNvPr>
          <p:cNvSpPr>
            <a:spLocks xmlns:a="http://schemas.openxmlformats.org/drawingml/2006/main" noGrp="1"/>
          </p:cNvSpPr>
          <p:nvPr>
            <p:ph type="pic" idx="13" hasCustomPrompt="1"/>
          </p:nvPr>
        </p:nvSpPr>
        <p:spPr>
          <a:xfrm xmlns:a="http://schemas.openxmlformats.org/drawingml/2006/main">
            <a:off x="0" y="0"/>
            <a:ext cx="8326323" cy="6858000"/>
          </a:xfrm>
          <a:custGeom xmlns:a="http://schemas.openxmlformats.org/drawingml/2006/main">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rect l="l" t="t" r="r" b="b"/>
            <a:pathLst>
              <a:path w="8326323" h="6858000">
                <a:moveTo>
                  <a:pt x="0" y="0"/>
                </a:moveTo>
                <a:lnTo>
                  <a:pt x="8326323" y="0"/>
                </a:lnTo>
                <a:lnTo>
                  <a:pt x="8326323" y="6858000"/>
                </a:lnTo>
                <a:lnTo>
                  <a:pt x="0" y="6858000"/>
                </a:lnTo>
                <a:close/>
              </a:path>
            </a:pathLst>
          </a:custGeom>
          <a:blipFill xmlns:a="http://schemas.openxmlformats.org/drawingml/2006/main">
            <a:blip xmlns:r="http://schemas.openxmlformats.org/officeDocument/2006/relationships" r:embed="R005a5bcb3b594149">
              <a:alphaModFix amt="70000"/>
            </a:blip>
            <a:stretch>
              <a:fillRect l="0" t="0" r="0" b="0"/>
            </a:stretch>
          </a:blipFill>
        </p:spPr>
        <p:txBody>
          <a:bodyPr xmlns:a="http://schemas.openxmlformats.org/drawingml/2006/main" wrap="square">
            <a:noAutofit/>
          </a:bodyPr>
          <a:lstStyle xmlns:a="http://schemas.openxmlformats.org/drawingml/2006/main">
            <a:lvl1pPr marL="0" indent="0">
              <a:buFont typeface="Arial"/>
              <a:buNone/>
              <a:defRPr/>
            </a:lvl1pPr>
          </a:lstStyle>
          <a:p xmlns:a="http://schemas.openxmlformats.org/drawingml/2006/main">
            <a:r>
              <a:t> </a:t>
            </a:r>
          </a:p>
        </p:txBody>
      </p:sp>
      <p:sp>
        <p:nvSpPr>
          <p:cNvPr id="8" name="Content Placeholder 7">
            <a:extLst xmlns:a="http://schemas.openxmlformats.org/drawingml/2006/main">
              <a:ext uri="{FF2B5EF4-FFF2-40B4-BE49-F238E27FC236}">
                <a16:creationId xmlns:a16="http://schemas.microsoft.com/office/drawing/2014/main" id="{6E0D00CE-C191-6DE5-9D82-7EFB59BC3739}"/>
              </a:ext>
            </a:extLst>
          </p:cNvPr>
          <p:cNvSpPr>
            <a:spLocks xmlns:a="http://schemas.openxmlformats.org/drawingml/2006/main" noGrp="1"/>
          </p:cNvSpPr>
          <p:nvPr>
            <p:ph idx="14"/>
          </p:nvPr>
        </p:nvSpPr>
        <p:spPr>
          <a:xfrm xmlns:a="http://schemas.openxmlformats.org/drawingml/2006/main">
            <a:off x="8832271" y="3011335"/>
            <a:ext cx="2559977" cy="2656250"/>
          </a:xfrm>
        </p:spPr>
        <p:txBody>
          <a:bodyPr xmlns:a="http://schemas.openxmlformats.org/drawingml/2006/main" vert="horz" lIns="91440" tIns="45720" rIns="91440" bIns="45720">
            <a:normAutofit/>
          </a:bodyPr>
          <a:lstStyle xmlns:a="http://schemas.openxmlformats.org/drawingml/2006/main">
            <a:lvl1pPr marL="0" indent="0">
              <a:buNone/>
              <a:defRPr/>
            </a:lvl1pPr>
            <a:lvl2pPr marL="228600" indent="0">
              <a:buNone/>
              <a:defRPr sz="1400"/>
            </a:lvl2pPr>
            <a:lvl3pPr marL="457200" indent="0">
              <a:buNone/>
              <a:defRPr sz="1400"/>
            </a:lvl3pPr>
            <a:lvl4pPr marL="685800" indent="0">
              <a:buNone/>
              <a:defRPr sz="1400"/>
            </a:lvl4pPr>
            <a:lvl5pPr marL="914400" indent="0">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Footer Placeholder 5">
            <a:extLst xmlns:a="http://schemas.openxmlformats.org/drawingml/2006/main">
              <a:ext uri="{FF2B5EF4-FFF2-40B4-BE49-F238E27FC236}">
                <a16:creationId xmlns:a16="http://schemas.microsoft.com/office/drawing/2014/main" id="{8BD5A515-9970-0784-7927-52F94C270B46}"/>
              </a:ext>
            </a:extLst>
          </p:cNvPr>
          <p:cNvSpPr>
            <a:spLocks xmlns:a="http://schemas.openxmlformats.org/drawingml/2006/main" noGrp="1"/>
          </p:cNvSpPr>
          <p:nvPr>
            <p:ph type="ftr" idx="16"/>
          </p:nvPr>
        </p:nvSpPr>
        <p:spPr>
          <a:xfrm xmlns:a="http://schemas.openxmlformats.org/drawingml/2006/main" rot="5400000">
            <a:off x="10292564" y="1592958"/>
            <a:ext cx="2973522" cy="365125"/>
          </a:xfrm>
        </p:spPr>
        <p:txBody>
          <a:bodyPr xmlns:a="http://schemas.openxmlformats.org/drawingml/2006/main"/>
          <a:lstStyle xmlns:a="http://schemas.openxmlformats.org/drawingml/2006/main">
            <a:lvl1pPr algn="l">
              <a:buNone/>
              <a:defRPr>
                <a:solidFill>
                  <a:schemeClr val="tx1"/>
                </a:solidFill>
              </a:defRPr>
            </a:lvl1pPr>
          </a:lstStyle>
          <a:p xmlns:a="http://schemas.openxmlformats.org/drawingml/2006/main">
            <a:endParaRPr/>
          </a:p>
        </p:txBody>
      </p:sp>
      <p:sp>
        <p:nvSpPr>
          <p:cNvPr id="9" name="Date Placeholder 4">
            <a:extLst xmlns:a="http://schemas.openxmlformats.org/drawingml/2006/main">
              <a:ext uri="{FF2B5EF4-FFF2-40B4-BE49-F238E27FC236}">
                <a16:creationId xmlns:a16="http://schemas.microsoft.com/office/drawing/2014/main" id="{8523CCEC-6BB2-B704-95E2-87FED823C5BD}"/>
              </a:ext>
            </a:extLst>
          </p:cNvPr>
          <p:cNvSpPr>
            <a:spLocks xmlns:a="http://schemas.openxmlformats.org/drawingml/2006/main" noGrp="1"/>
          </p:cNvSpPr>
          <p:nvPr>
            <p:ph type="dt" idx="15"/>
          </p:nvPr>
        </p:nvSpPr>
        <p:spPr>
          <a:xfrm xmlns:a="http://schemas.openxmlformats.org/drawingml/2006/main" rot="5400000">
            <a:off x="10425981" y="4687095"/>
            <a:ext cx="2706690" cy="365125"/>
          </a:xfr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871B9433-C9E5-43C9-BAE0-1C68CE026B28}" type="datetimeFigureOut">
              <a:t>8/17/2026</a:t>
            </a:fld>
            <a:endParaRPr/>
          </a:p>
        </p:txBody>
      </p:sp>
      <p:sp>
        <p:nvSpPr>
          <p:cNvPr id="11" name="Slide Number Placeholder 6">
            <a:extLst xmlns:a="http://schemas.openxmlformats.org/drawingml/2006/main">
              <a:ext uri="{FF2B5EF4-FFF2-40B4-BE49-F238E27FC236}">
                <a16:creationId xmlns:a16="http://schemas.microsoft.com/office/drawing/2014/main" id="{1208465C-8C77-73BF-D18F-D01907BAC864}"/>
              </a:ext>
            </a:extLst>
          </p:cNvPr>
          <p:cNvSpPr>
            <a:spLocks xmlns:a="http://schemas.openxmlformats.org/drawingml/2006/main" noGrp="1"/>
          </p:cNvSpPr>
          <p:nvPr>
            <p:ph type="sldNum" idx="17"/>
          </p:nvPr>
        </p:nvSpPr>
        <p:spPr>
          <a:xfrm xmlns:a="http://schemas.openxmlformats.org/drawingml/2006/main">
            <a:off x="11512296" y="6356350"/>
            <a:ext cx="574620" cy="365125"/>
          </a:xfr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9DA42802-E4C8-4D6F-B0D0-53DEA9BE3FA8}" type="slidenum">
              <a:t>‹#›</a:t>
            </a:fld>
            <a:endParaRPr/>
          </a:p>
        </p:txBody>
      </p:sp>
      <p:sp>
        <p:nvSpPr>
          <p:cNvPr id="3" name="Straight Connector 2">
            <a:extLst xmlns:a="http://schemas.openxmlformats.org/drawingml/2006/main">
              <a:ext uri="{FF2B5EF4-FFF2-40B4-BE49-F238E27FC236}">
                <a16:creationId xmlns:a16="http://schemas.microsoft.com/office/drawing/2014/main" id="{B0BBDBFB-5A4D-474D-9924-AC7E8024264F}"/>
              </a:ext>
            </a:extLst>
          </p:cNvPr>
          <p:cNvSpPr>
            <a:spLocks xmlns:a="http://schemas.openxmlformats.org/drawingml/2006/main" noGrp="1"/>
          </p:cNvSpPr>
          <p:nvPr/>
        </p:nvSpPr>
        <p:spPr>
          <a:xfrm xmlns:a="http://schemas.openxmlformats.org/drawingml/2006/main">
            <a:off x="8320570" y="0"/>
            <a:ext cx="0" cy="6858000"/>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Tree>
  </p:cSld>
</p:sldLayout>
</file>

<file path=ppt/slideLayouts/slideLayout11.xml><?xml version="1.0" encoding="utf-8"?>
<p:sldLayout xmlns:p="http://schemas.openxmlformats.org/presentationml/2006/main" showMasterSp="0" preserve="1">
  <p:cSld name="Content with Picture 2">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AF3BB49-A328-F121-7F27-DEB7C3CC2B0F}"/>
              </a:ext>
            </a:extLst>
          </p:cNvPr>
          <p:cNvSpPr>
            <a:spLocks xmlns:a="http://schemas.openxmlformats.org/drawingml/2006/main" noGrp="1"/>
          </p:cNvSpPr>
          <p:nvPr>
            <p:ph type="title" idx="0"/>
          </p:nvPr>
        </p:nvSpPr>
        <p:spPr>
          <a:xfrm xmlns:a="http://schemas.openxmlformats.org/drawingml/2006/main">
            <a:off x="5303520" y="548640"/>
            <a:ext cx="6093225" cy="1143000"/>
          </a:xfrm>
        </p:spPr>
        <p:txBody>
          <a:bodyPr xmlns:a="http://schemas.openxmlformats.org/drawingml/2006/main" anchor="b">
            <a:noAutofit/>
          </a:bodyPr>
          <a:lstStyle xmlns:a="http://schemas.openxmlformats.org/drawingml/2006/main">
            <a:lvl1pPr>
              <a:buNone/>
              <a:defRPr sz="3200">
                <a:solidFill>
                  <a:schemeClr val="tx1"/>
                </a:solidFill>
              </a:defRPr>
            </a:lvl1pPr>
          </a:lstStyle>
          <a:p xmlns:a="http://schemas.openxmlformats.org/drawingml/2006/main">
            <a:r>
              <a:t>Click to edit Master title style</a:t>
            </a:r>
          </a:p>
        </p:txBody>
      </p:sp>
      <p:sp>
        <p:nvSpPr>
          <p:cNvPr id="11" name="Picture Placeholder 10">
            <a:extLst xmlns:a="http://schemas.openxmlformats.org/drawingml/2006/main">
              <a:ext uri="{FF2B5EF4-FFF2-40B4-BE49-F238E27FC236}">
                <a16:creationId xmlns:a16="http://schemas.microsoft.com/office/drawing/2014/main" id="{7F8EA658-2652-6F81-1B04-D50C60A3F171}"/>
              </a:ext>
            </a:extLst>
          </p:cNvPr>
          <p:cNvSpPr>
            <a:spLocks xmlns:a="http://schemas.openxmlformats.org/drawingml/2006/main" noGrp="1"/>
          </p:cNvSpPr>
          <p:nvPr>
            <p:ph type="pic" idx="13" hasCustomPrompt="1"/>
          </p:nvPr>
        </p:nvSpPr>
        <p:spPr>
          <a:xfrm xmlns:a="http://schemas.openxmlformats.org/drawingml/2006/main">
            <a:off x="0" y="1"/>
            <a:ext cx="4793885" cy="6858000"/>
          </a:xfrm>
          <a:prstGeom xmlns:a="http://schemas.openxmlformats.org/drawingml/2006/main" prst="rect">
            <a:avLst/>
          </a:prstGeom>
          <a:blipFill xmlns:a="http://schemas.openxmlformats.org/drawingml/2006/main">
            <a:blip xmlns:r="http://schemas.openxmlformats.org/officeDocument/2006/relationships" r:embed="R905199cd1533413d">
              <a:alphaModFix amt="70000"/>
            </a:blip>
            <a:stretch>
              <a:fillRect l="0" t="0" r="0" b="0"/>
            </a:stretch>
          </a:blipFill>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 </a:t>
            </a:r>
          </a:p>
        </p:txBody>
      </p:sp>
      <p:sp>
        <p:nvSpPr>
          <p:cNvPr id="8" name="Content Placeholder 7">
            <a:extLst xmlns:a="http://schemas.openxmlformats.org/drawingml/2006/main">
              <a:ext uri="{FF2B5EF4-FFF2-40B4-BE49-F238E27FC236}">
                <a16:creationId xmlns:a16="http://schemas.microsoft.com/office/drawing/2014/main" id="{818B74D6-CD72-B859-C229-60DB988B25E3}"/>
              </a:ext>
            </a:extLst>
          </p:cNvPr>
          <p:cNvSpPr>
            <a:spLocks xmlns:a="http://schemas.openxmlformats.org/drawingml/2006/main" noGrp="1"/>
          </p:cNvSpPr>
          <p:nvPr>
            <p:ph idx="14"/>
          </p:nvPr>
        </p:nvSpPr>
        <p:spPr>
          <a:xfrm xmlns:a="http://schemas.openxmlformats.org/drawingml/2006/main">
            <a:off x="5303520" y="1828800"/>
            <a:ext cx="6071616" cy="4489704"/>
          </a:xfrm>
        </p:spPr>
        <p:txBody>
          <a:bodyPr xmlns:a="http://schemas.openxmlformats.org/drawingml/2006/main"/>
          <a:lstStyle xmlns:a="http://schemas.openxmlformats.org/drawingml/2006/main">
            <a:lvl1pPr>
              <a:buNone/>
              <a:defRPr>
                <a:solidFill>
                  <a:schemeClr val="tx1"/>
                </a:solidFill>
              </a:defRPr>
            </a:lvl1pPr>
            <a:lvl2pPr>
              <a:buNone/>
              <a:defRPr>
                <a:solidFill>
                  <a:schemeClr val="tx1"/>
                </a:solidFill>
              </a:defRPr>
            </a:lvl2pPr>
            <a:lvl3pPr>
              <a:buNone/>
              <a:defRPr>
                <a:solidFill>
                  <a:schemeClr val="tx1"/>
                </a:solidFill>
              </a:defRPr>
            </a:lvl3pPr>
            <a:lvl4pPr>
              <a:buNone/>
              <a:defRPr>
                <a:solidFill>
                  <a:schemeClr val="tx1"/>
                </a:solidFill>
              </a:defRPr>
            </a:lvl4pPr>
            <a:lvl5pPr>
              <a:buNone/>
              <a:defRPr>
                <a:solidFill>
                  <a:schemeClr val="tx1"/>
                </a:solidFill>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3" name="Straight Connector 2">
            <a:extLst xmlns:a="http://schemas.openxmlformats.org/drawingml/2006/main">
              <a:ext uri="{FF2B5EF4-FFF2-40B4-BE49-F238E27FC236}">
                <a16:creationId xmlns:a16="http://schemas.microsoft.com/office/drawing/2014/main" id="{007C25FA-110A-483A-8157-D68D8082FD16}"/>
              </a:ext>
            </a:extLst>
          </p:cNvPr>
          <p:cNvSpPr>
            <a:spLocks xmlns:a="http://schemas.openxmlformats.org/drawingml/2006/main" noGrp="1"/>
          </p:cNvSpPr>
          <p:nvPr/>
        </p:nvSpPr>
        <p:spPr>
          <a:xfrm xmlns:a="http://schemas.openxmlformats.org/drawingml/2006/main">
            <a:off x="4797154" y="0"/>
            <a:ext cx="0" cy="6858000"/>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 name="Date Placeholder 3">
            <a:extLst xmlns:a="http://schemas.openxmlformats.org/drawingml/2006/main">
              <a:ext uri="{FF2B5EF4-FFF2-40B4-BE49-F238E27FC236}">
                <a16:creationId xmlns:a16="http://schemas.microsoft.com/office/drawing/2014/main" id="{59345FA4-0621-D8F1-73D0-046B7F4D7713}"/>
              </a:ext>
            </a:extLst>
          </p:cNvPr>
          <p:cNvSpPr>
            <a:spLocks xmlns:a="http://schemas.openxmlformats.org/drawingml/2006/main" noGrp="1"/>
          </p:cNvSpPr>
          <p:nvPr>
            <p:ph type="dt" idx="15"/>
          </p:nvPr>
        </p:nvSpPr>
        <p:spPr>
          <a:xfrm xmlns:a="http://schemas.openxmlformats.org/drawingml/2006/main" rot="5400000">
            <a:off x="10425981" y="4687095"/>
            <a:ext cx="2706690" cy="365125"/>
          </a:xfrm>
        </p:spPr>
        <p:txBody>
          <a:bodyPr xmlns:a="http://schemas.openxmlformats.org/drawingml/2006/main"/>
          <a:lstStyle xmlns:a="http://schemas.openxmlformats.org/drawingml/2006/main"/>
          <a:p xmlns:a="http://schemas.openxmlformats.org/drawingml/2006/main">
            <a:fld id="{871B9433-C9E5-43C9-BAE0-1C68CE026B28}" type="datetimeFigureOut">
              <a:t>8/17/2026</a:t>
            </a:fld>
            <a:endParaRPr/>
          </a:p>
        </p:txBody>
      </p:sp>
      <p:sp>
        <p:nvSpPr>
          <p:cNvPr id="9" name="Footer Placeholder 8">
            <a:extLst xmlns:a="http://schemas.openxmlformats.org/drawingml/2006/main">
              <a:ext uri="{FF2B5EF4-FFF2-40B4-BE49-F238E27FC236}">
                <a16:creationId xmlns:a16="http://schemas.microsoft.com/office/drawing/2014/main" id="{84C51678-E871-8AD4-08DA-BF7B7013A356}"/>
              </a:ext>
            </a:extLst>
          </p:cNvPr>
          <p:cNvSpPr>
            <a:spLocks xmlns:a="http://schemas.openxmlformats.org/drawingml/2006/main" noGrp="1"/>
          </p:cNvSpPr>
          <p:nvPr>
            <p:ph type="ftr" idx="16"/>
          </p:nvPr>
        </p:nvSpPr>
        <p:spPr>
          <a:xfrm xmlns:a="http://schemas.openxmlformats.org/drawingml/2006/main" rot="16200000" flipH="1">
            <a:off x="10292565" y="1592957"/>
            <a:ext cx="2973522" cy="365125"/>
          </a:xfrm>
        </p:spPr>
        <p:txBody>
          <a:bodyPr xmlns:a="http://schemas.openxmlformats.org/drawingml/2006/main"/>
          <a:lstStyle xmlns:a="http://schemas.openxmlformats.org/drawingml/2006/main"/>
          <a:p xmlns:a="http://schemas.openxmlformats.org/drawingml/2006/main">
            <a:endParaRPr/>
          </a:p>
        </p:txBody>
      </p:sp>
      <p:sp>
        <p:nvSpPr>
          <p:cNvPr id="10" name="Slide Number Placeholder 9">
            <a:extLst xmlns:a="http://schemas.openxmlformats.org/drawingml/2006/main">
              <a:ext uri="{FF2B5EF4-FFF2-40B4-BE49-F238E27FC236}">
                <a16:creationId xmlns:a16="http://schemas.microsoft.com/office/drawing/2014/main" id="{3CD01CE4-E064-7D2F-7D3A-9DA85E2777F2}"/>
              </a:ext>
            </a:extLst>
          </p:cNvPr>
          <p:cNvSpPr>
            <a:spLocks xmlns:a="http://schemas.openxmlformats.org/drawingml/2006/main" noGrp="1"/>
          </p:cNvSpPr>
          <p:nvPr>
            <p:ph type="sldNum" idx="17"/>
          </p:nvPr>
        </p:nvSpPr>
        <p:spPr/>
        <p:txBody>
          <a:bodyPr xmlns:a="http://schemas.openxmlformats.org/drawingml/2006/main"/>
          <a:lstStyle xmlns:a="http://schemas.openxmlformats.org/drawingml/2006/main"/>
          <a:p xmlns:a="http://schemas.openxmlformats.org/drawingml/2006/main">
            <a:fld id="{9DA42802-E4C8-4D6F-B0D0-53DEA9BE3FA8}" type="slidenum">
              <a:t>‹#›</a:t>
            </a:fld>
            <a:endParaRPr/>
          </a:p>
        </p:txBody>
      </p:sp>
    </p:spTree>
  </p:cSld>
</p:sldLayout>
</file>

<file path=ppt/slideLayouts/slideLayout12.xml><?xml version="1.0" encoding="utf-8"?>
<p:sldLayout xmlns:p="http://schemas.openxmlformats.org/presentationml/2006/main" showMasterSp="0" preserve="1">
  <p:cSld name="Content with Picture 3">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AF3BB49-A328-F121-7F27-DEB7C3CC2B0F}"/>
              </a:ext>
            </a:extLst>
          </p:cNvPr>
          <p:cNvSpPr>
            <a:spLocks xmlns:a="http://schemas.openxmlformats.org/drawingml/2006/main" noGrp="1"/>
          </p:cNvSpPr>
          <p:nvPr>
            <p:ph type="title" idx="0"/>
          </p:nvPr>
        </p:nvSpPr>
        <p:spPr>
          <a:xfrm xmlns:a="http://schemas.openxmlformats.org/drawingml/2006/main">
            <a:off x="731520" y="548640"/>
            <a:ext cx="6135624" cy="1143000"/>
          </a:xfrm>
        </p:spPr>
        <p:txBody>
          <a:bodyPr xmlns:a="http://schemas.openxmlformats.org/drawingml/2006/main" anchor="b">
            <a:noAutofit/>
          </a:bodyPr>
          <a:lstStyle xmlns:a="http://schemas.openxmlformats.org/drawingml/2006/main">
            <a:lvl1pPr>
              <a:buNone/>
              <a:defRPr sz="3200">
                <a:solidFill>
                  <a:schemeClr val="tx1"/>
                </a:solidFill>
              </a:defRPr>
            </a:lvl1pPr>
          </a:lstStyle>
          <a:p xmlns:a="http://schemas.openxmlformats.org/drawingml/2006/main">
            <a:r>
              <a:t>Click to edit Master title style</a:t>
            </a:r>
          </a:p>
        </p:txBody>
      </p:sp>
      <p:sp>
        <p:nvSpPr>
          <p:cNvPr id="8" name="Content Placeholder 7">
            <a:extLst xmlns:a="http://schemas.openxmlformats.org/drawingml/2006/main">
              <a:ext uri="{FF2B5EF4-FFF2-40B4-BE49-F238E27FC236}">
                <a16:creationId xmlns:a16="http://schemas.microsoft.com/office/drawing/2014/main" id="{07755DB3-9272-8E5E-039F-AC14A2C07898}"/>
              </a:ext>
            </a:extLst>
          </p:cNvPr>
          <p:cNvSpPr>
            <a:spLocks xmlns:a="http://schemas.openxmlformats.org/drawingml/2006/main" noGrp="1"/>
          </p:cNvSpPr>
          <p:nvPr>
            <p:ph idx="14"/>
          </p:nvPr>
        </p:nvSpPr>
        <p:spPr>
          <a:xfrm xmlns:a="http://schemas.openxmlformats.org/drawingml/2006/main">
            <a:off x="731520" y="1828800"/>
            <a:ext cx="6135624" cy="4489704"/>
          </a:xfrm>
        </p:spPr>
        <p:txBody>
          <a:bodyPr xmlns:a="http://schemas.openxmlformats.org/drawingml/2006/main"/>
          <a:lstStyle xmlns:a="http://schemas.openxmlformats.org/drawingml/2006/main">
            <a:lvl1pPr>
              <a:buNone/>
              <a:defRPr>
                <a:solidFill>
                  <a:schemeClr val="tx1"/>
                </a:solidFill>
              </a:defRPr>
            </a:lvl1pPr>
            <a:lvl2pPr>
              <a:buNone/>
              <a:defRPr>
                <a:solidFill>
                  <a:schemeClr val="tx1"/>
                </a:solidFill>
              </a:defRPr>
            </a:lvl2pPr>
            <a:lvl3pPr>
              <a:buNone/>
              <a:defRPr>
                <a:solidFill>
                  <a:schemeClr val="tx1"/>
                </a:solidFill>
              </a:defRPr>
            </a:lvl3pPr>
            <a:lvl4pPr>
              <a:buNone/>
              <a:defRPr>
                <a:solidFill>
                  <a:schemeClr val="tx1"/>
                </a:solidFill>
              </a:defRPr>
            </a:lvl4pPr>
            <a:lvl5pPr>
              <a:buNone/>
              <a:defRPr>
                <a:solidFill>
                  <a:schemeClr val="tx1"/>
                </a:solidFill>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1" name="Picture Placeholder 10">
            <a:extLst xmlns:a="http://schemas.openxmlformats.org/drawingml/2006/main">
              <a:ext uri="{FF2B5EF4-FFF2-40B4-BE49-F238E27FC236}">
                <a16:creationId xmlns:a16="http://schemas.microsoft.com/office/drawing/2014/main" id="{7F8EA658-2652-6F81-1B04-D50C60A3F171}"/>
              </a:ext>
            </a:extLst>
          </p:cNvPr>
          <p:cNvSpPr>
            <a:spLocks xmlns:a="http://schemas.openxmlformats.org/drawingml/2006/main" noGrp="1"/>
          </p:cNvSpPr>
          <p:nvPr>
            <p:ph type="pic" idx="13" hasCustomPrompt="1"/>
          </p:nvPr>
        </p:nvSpPr>
        <p:spPr>
          <a:xfrm xmlns:a="http://schemas.openxmlformats.org/drawingml/2006/main">
            <a:off x="7400544" y="0"/>
            <a:ext cx="4791456" cy="6858000"/>
          </a:xfrm>
          <a:prstGeom xmlns:a="http://schemas.openxmlformats.org/drawingml/2006/main" prst="rect">
            <a:avLst/>
          </a:prstGeom>
          <a:blipFill xmlns:a="http://schemas.openxmlformats.org/drawingml/2006/main">
            <a:blip xmlns:r="http://schemas.openxmlformats.org/officeDocument/2006/relationships" r:embed="Rdc0891c1f819468e">
              <a:alphaModFix amt="70000"/>
            </a:blip>
            <a:stretch>
              <a:fillRect l="0" t="0" r="0" b="0"/>
            </a:stretch>
          </a:blipFill>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 </a:t>
            </a:r>
          </a:p>
        </p:txBody>
      </p:sp>
      <p:sp>
        <p:nvSpPr>
          <p:cNvPr id="6" name="Straight Connector 5">
            <a:extLst xmlns:a="http://schemas.openxmlformats.org/drawingml/2006/main">
              <a:ext uri="{FF2B5EF4-FFF2-40B4-BE49-F238E27FC236}">
                <a16:creationId xmlns:a16="http://schemas.microsoft.com/office/drawing/2014/main" id="{46DBFEF9-1034-4170-9974-16AA38D9E0B8}"/>
              </a:ext>
            </a:extLst>
          </p:cNvPr>
          <p:cNvSpPr>
            <a:spLocks xmlns:a="http://schemas.openxmlformats.org/drawingml/2006/main" noGrp="1"/>
          </p:cNvSpPr>
          <p:nvPr/>
        </p:nvSpPr>
        <p:spPr>
          <a:xfrm xmlns:a="http://schemas.openxmlformats.org/drawingml/2006/main">
            <a:off x="7382022" y="0"/>
            <a:ext cx="0" cy="6858000"/>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 name="Date Placeholder 3">
            <a:extLst xmlns:a="http://schemas.openxmlformats.org/drawingml/2006/main">
              <a:ext uri="{FF2B5EF4-FFF2-40B4-BE49-F238E27FC236}">
                <a16:creationId xmlns:a16="http://schemas.microsoft.com/office/drawing/2014/main" id="{EF7A0C5A-6673-53CC-030B-67BA133D9741}"/>
              </a:ext>
            </a:extLst>
          </p:cNvPr>
          <p:cNvSpPr>
            <a:spLocks xmlns:a="http://schemas.openxmlformats.org/drawingml/2006/main" noGrp="1"/>
          </p:cNvSpPr>
          <p:nvPr>
            <p:ph type="dt" idx="15"/>
          </p:nvPr>
        </p:nvSpPr>
        <p:spPr>
          <a:xfrm xmlns:a="http://schemas.openxmlformats.org/drawingml/2006/main" rot="5400000">
            <a:off x="-997745" y="4687095"/>
            <a:ext cx="2706690" cy="365125"/>
          </a:xfrm>
        </p:spPr>
        <p:txBody>
          <a:bodyPr xmlns:a="http://schemas.openxmlformats.org/drawingml/2006/main"/>
          <a:lstStyle xmlns:a="http://schemas.openxmlformats.org/drawingml/2006/main"/>
          <a:p xmlns:a="http://schemas.openxmlformats.org/drawingml/2006/main">
            <a:fld id="{871B9433-C9E5-43C9-BAE0-1C68CE026B28}" type="datetimeFigureOut">
              <a:t>8/17/2026</a:t>
            </a:fld>
            <a:endParaRPr/>
          </a:p>
        </p:txBody>
      </p:sp>
      <p:sp>
        <p:nvSpPr>
          <p:cNvPr id="7" name="Footer Placeholder 6">
            <a:extLst xmlns:a="http://schemas.openxmlformats.org/drawingml/2006/main">
              <a:ext uri="{FF2B5EF4-FFF2-40B4-BE49-F238E27FC236}">
                <a16:creationId xmlns:a16="http://schemas.microsoft.com/office/drawing/2014/main" id="{92521688-F793-E4F2-732B-EEE6F58B758E}"/>
              </a:ext>
            </a:extLst>
          </p:cNvPr>
          <p:cNvSpPr>
            <a:spLocks xmlns:a="http://schemas.openxmlformats.org/drawingml/2006/main" noGrp="1"/>
          </p:cNvSpPr>
          <p:nvPr>
            <p:ph type="ftr" idx="16"/>
          </p:nvPr>
        </p:nvSpPr>
        <p:spPr>
          <a:xfrm xmlns:a="http://schemas.openxmlformats.org/drawingml/2006/main" rot="16200000" flipH="1">
            <a:off x="-1131161" y="1592957"/>
            <a:ext cx="2973522" cy="365125"/>
          </a:xfrm>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2DDBE29E-7417-B57C-BA94-1DBC14BE461B}"/>
              </a:ext>
            </a:extLst>
          </p:cNvPr>
          <p:cNvSpPr>
            <a:spLocks xmlns:a="http://schemas.openxmlformats.org/drawingml/2006/main" noGrp="1"/>
          </p:cNvSpPr>
          <p:nvPr>
            <p:ph type="sldNum" idx="17"/>
          </p:nvPr>
        </p:nvSpPr>
        <p:spPr>
          <a:xfrm xmlns:a="http://schemas.openxmlformats.org/drawingml/2006/main">
            <a:off x="51117" y="6356350"/>
            <a:ext cx="574620" cy="365125"/>
          </a:xfrm>
        </p:spPr>
        <p:txBody>
          <a:bodyPr xmlns:a="http://schemas.openxmlformats.org/drawingml/2006/main"/>
          <a:lstStyle xmlns:a="http://schemas.openxmlformats.org/drawingml/2006/main"/>
          <a:p xmlns:a="http://schemas.openxmlformats.org/drawingml/2006/main">
            <a:fld id="{9DA42802-E4C8-4D6F-B0D0-53DEA9BE3FA8}" type="slidenum">
              <a:t>‹#›</a:t>
            </a:fld>
            <a:endParaRPr/>
          </a:p>
        </p:txBody>
      </p:sp>
    </p:spTree>
  </p:cSld>
</p:sldLayout>
</file>

<file path=ppt/slideLayouts/slideLayout13.xml><?xml version="1.0" encoding="utf-8"?>
<p:sldLayout xmlns:p="http://schemas.openxmlformats.org/presentationml/2006/main" showMasterSp="0" preserve="1">
  <p:cSld name="Content with Picture 4">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AF3BB49-A328-F121-7F27-DEB7C3CC2B0F}"/>
              </a:ext>
            </a:extLst>
          </p:cNvPr>
          <p:cNvSpPr>
            <a:spLocks xmlns:a="http://schemas.openxmlformats.org/drawingml/2006/main" noGrp="1"/>
          </p:cNvSpPr>
          <p:nvPr>
            <p:ph type="title" idx="0"/>
          </p:nvPr>
        </p:nvSpPr>
        <p:spPr>
          <a:xfrm xmlns:a="http://schemas.openxmlformats.org/drawingml/2006/main">
            <a:off x="731520" y="320040"/>
            <a:ext cx="6858000" cy="932688"/>
          </a:xfrm>
        </p:spPr>
        <p:txBody>
          <a:bodyPr xmlns:a="http://schemas.openxmlformats.org/drawingml/2006/main" anchor="b">
            <a:noAutofit/>
          </a:bodyPr>
          <a:lstStyle xmlns:a="http://schemas.openxmlformats.org/drawingml/2006/main">
            <a:lvl1pPr>
              <a:buNone/>
              <a:defRPr sz="3200">
                <a:solidFill>
                  <a:schemeClr val="tx1"/>
                </a:solidFill>
              </a:defRPr>
            </a:lvl1pPr>
          </a:lstStyle>
          <a:p xmlns:a="http://schemas.openxmlformats.org/drawingml/2006/main">
            <a:r>
              <a:t>Click to edit Master title style</a:t>
            </a:r>
          </a:p>
        </p:txBody>
      </p:sp>
      <p:sp>
        <p:nvSpPr>
          <p:cNvPr id="8" name="Content Placeholder 7">
            <a:extLst xmlns:a="http://schemas.openxmlformats.org/drawingml/2006/main">
              <a:ext uri="{FF2B5EF4-FFF2-40B4-BE49-F238E27FC236}">
                <a16:creationId xmlns:a16="http://schemas.microsoft.com/office/drawing/2014/main" id="{07755DB3-9272-8E5E-039F-AC14A2C07898}"/>
              </a:ext>
            </a:extLst>
          </p:cNvPr>
          <p:cNvSpPr>
            <a:spLocks xmlns:a="http://schemas.openxmlformats.org/drawingml/2006/main" noGrp="1"/>
          </p:cNvSpPr>
          <p:nvPr>
            <p:ph idx="14"/>
          </p:nvPr>
        </p:nvSpPr>
        <p:spPr>
          <a:xfrm xmlns:a="http://schemas.openxmlformats.org/drawingml/2006/main">
            <a:off x="731520" y="1380744"/>
            <a:ext cx="6858000" cy="4983480"/>
          </a:xfrm>
        </p:spPr>
        <p:txBody>
          <a:bodyPr xmlns:a="http://schemas.openxmlformats.org/drawingml/2006/main"/>
          <a:lstStyle xmlns:a="http://schemas.openxmlformats.org/drawingml/2006/main">
            <a:lvl1pPr>
              <a:buNone/>
              <a:defRPr>
                <a:solidFill>
                  <a:schemeClr val="tx1"/>
                </a:solidFill>
              </a:defRPr>
            </a:lvl1pPr>
            <a:lvl2pPr>
              <a:buNone/>
              <a:defRPr>
                <a:solidFill>
                  <a:schemeClr val="tx1"/>
                </a:solidFill>
              </a:defRPr>
            </a:lvl2pPr>
            <a:lvl3pPr>
              <a:buNone/>
              <a:defRPr>
                <a:solidFill>
                  <a:schemeClr val="tx1"/>
                </a:solidFill>
              </a:defRPr>
            </a:lvl3pPr>
            <a:lvl4pPr>
              <a:buNone/>
              <a:defRPr>
                <a:solidFill>
                  <a:schemeClr val="tx1"/>
                </a:solidFill>
              </a:defRPr>
            </a:lvl4pPr>
            <a:lvl5pPr>
              <a:buNone/>
              <a:defRPr>
                <a:solidFill>
                  <a:schemeClr val="tx1"/>
                </a:solidFill>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1" name="Picture Placeholder 10">
            <a:extLst xmlns:a="http://schemas.openxmlformats.org/drawingml/2006/main">
              <a:ext uri="{FF2B5EF4-FFF2-40B4-BE49-F238E27FC236}">
                <a16:creationId xmlns:a16="http://schemas.microsoft.com/office/drawing/2014/main" id="{7F8EA658-2652-6F81-1B04-D50C60A3F171}"/>
              </a:ext>
            </a:extLst>
          </p:cNvPr>
          <p:cNvSpPr>
            <a:spLocks xmlns:a="http://schemas.openxmlformats.org/drawingml/2006/main" noGrp="1"/>
          </p:cNvSpPr>
          <p:nvPr>
            <p:ph type="pic" idx="13" hasCustomPrompt="1"/>
          </p:nvPr>
        </p:nvSpPr>
        <p:spPr>
          <a:xfrm xmlns:a="http://schemas.openxmlformats.org/drawingml/2006/main">
            <a:off x="8091732" y="0"/>
            <a:ext cx="4100267" cy="6858000"/>
          </a:xfrm>
          <a:prstGeom xmlns:a="http://schemas.openxmlformats.org/drawingml/2006/main" prst="rect">
            <a:avLst/>
          </a:prstGeom>
          <a:blipFill xmlns:a="http://schemas.openxmlformats.org/drawingml/2006/main">
            <a:blip xmlns:r="http://schemas.openxmlformats.org/officeDocument/2006/relationships" r:embed="Rf018f54ad0074aef">
              <a:alphaModFix amt="70000"/>
            </a:blip>
            <a:stretch>
              <a:fillRect l="0" t="0" r="0" b="0"/>
            </a:stretch>
          </a:blipFill>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 </a:t>
            </a:r>
          </a:p>
        </p:txBody>
      </p:sp>
      <p:sp>
        <p:nvSpPr>
          <p:cNvPr id="4" name="Straight Connector 3">
            <a:extLst xmlns:a="http://schemas.openxmlformats.org/drawingml/2006/main">
              <a:ext uri="{FF2B5EF4-FFF2-40B4-BE49-F238E27FC236}">
                <a16:creationId xmlns:a16="http://schemas.microsoft.com/office/drawing/2014/main" id="{8946947B-7652-47BB-8304-0E3268977BB2}"/>
              </a:ext>
            </a:extLst>
          </p:cNvPr>
          <p:cNvSpPr>
            <a:spLocks xmlns:a="http://schemas.openxmlformats.org/drawingml/2006/main" noGrp="1"/>
          </p:cNvSpPr>
          <p:nvPr/>
        </p:nvSpPr>
        <p:spPr>
          <a:xfrm xmlns:a="http://schemas.openxmlformats.org/drawingml/2006/main">
            <a:off x="8077761" y="0"/>
            <a:ext cx="0" cy="6858000"/>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 name="Date Placeholder 2">
            <a:extLst xmlns:a="http://schemas.openxmlformats.org/drawingml/2006/main">
              <a:ext uri="{FF2B5EF4-FFF2-40B4-BE49-F238E27FC236}">
                <a16:creationId xmlns:a16="http://schemas.microsoft.com/office/drawing/2014/main" id="{68FF6D8B-36A2-DF79-CDB9-885694DCA71D}"/>
              </a:ext>
            </a:extLst>
          </p:cNvPr>
          <p:cNvSpPr>
            <a:spLocks xmlns:a="http://schemas.openxmlformats.org/drawingml/2006/main" noGrp="1"/>
          </p:cNvSpPr>
          <p:nvPr>
            <p:ph type="dt" idx="15"/>
          </p:nvPr>
        </p:nvSpPr>
        <p:spPr>
          <a:xfrm xmlns:a="http://schemas.openxmlformats.org/drawingml/2006/main" rot="5400000">
            <a:off x="-997745" y="4687095"/>
            <a:ext cx="2706690" cy="365125"/>
          </a:xfrm>
        </p:spPr>
        <p:txBody>
          <a:bodyPr xmlns:a="http://schemas.openxmlformats.org/drawingml/2006/main"/>
          <a:lstStyle xmlns:a="http://schemas.openxmlformats.org/drawingml/2006/main"/>
          <a:p xmlns:a="http://schemas.openxmlformats.org/drawingml/2006/main">
            <a:fld id="{871B9433-C9E5-43C9-BAE0-1C68CE026B28}" type="datetimeFigureOut">
              <a:t>8/17/2026</a:t>
            </a:fld>
            <a:endParaRPr/>
          </a:p>
        </p:txBody>
      </p:sp>
      <p:sp>
        <p:nvSpPr>
          <p:cNvPr id="5" name="Footer Placeholder 4">
            <a:extLst xmlns:a="http://schemas.openxmlformats.org/drawingml/2006/main">
              <a:ext uri="{FF2B5EF4-FFF2-40B4-BE49-F238E27FC236}">
                <a16:creationId xmlns:a16="http://schemas.microsoft.com/office/drawing/2014/main" id="{63A2396A-E38F-CC9C-7303-71F99D082082}"/>
              </a:ext>
            </a:extLst>
          </p:cNvPr>
          <p:cNvSpPr>
            <a:spLocks xmlns:a="http://schemas.openxmlformats.org/drawingml/2006/main" noGrp="1"/>
          </p:cNvSpPr>
          <p:nvPr>
            <p:ph type="ftr" idx="16"/>
          </p:nvPr>
        </p:nvSpPr>
        <p:spPr>
          <a:xfrm xmlns:a="http://schemas.openxmlformats.org/drawingml/2006/main" rot="16200000" flipH="1">
            <a:off x="-1131161" y="1592957"/>
            <a:ext cx="2973522" cy="365125"/>
          </a:xfrm>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83B0E4B-031C-4F2A-1993-D824DD71F7DE}"/>
              </a:ext>
            </a:extLst>
          </p:cNvPr>
          <p:cNvSpPr>
            <a:spLocks xmlns:a="http://schemas.openxmlformats.org/drawingml/2006/main" noGrp="1"/>
          </p:cNvSpPr>
          <p:nvPr>
            <p:ph type="sldNum" idx="17"/>
          </p:nvPr>
        </p:nvSpPr>
        <p:spPr>
          <a:xfrm xmlns:a="http://schemas.openxmlformats.org/drawingml/2006/main">
            <a:off x="51117" y="6356350"/>
            <a:ext cx="574620" cy="365125"/>
          </a:xfrm>
        </p:spPr>
        <p:txBody>
          <a:bodyPr xmlns:a="http://schemas.openxmlformats.org/drawingml/2006/main"/>
          <a:lstStyle xmlns:a="http://schemas.openxmlformats.org/drawingml/2006/main"/>
          <a:p xmlns:a="http://schemas.openxmlformats.org/drawingml/2006/main">
            <a:fld id="{9DA42802-E4C8-4D6F-B0D0-53DEA9BE3FA8}" type="slidenum">
              <a:t>‹#›</a:t>
            </a:fld>
            <a:endParaRPr/>
          </a:p>
        </p:txBody>
      </p:sp>
    </p:spTree>
  </p:cSld>
</p:sldLayout>
</file>

<file path=ppt/slideLayouts/slideLayout14.xml><?xml version="1.0" encoding="utf-8"?>
<p:sldLayout xmlns:p="http://schemas.openxmlformats.org/presentationml/2006/main" showMasterSp="0" preserve="1">
  <p:cSld name="Content with Picture 5">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AF3BB49-A328-F121-7F27-DEB7C3CC2B0F}"/>
              </a:ext>
            </a:extLst>
          </p:cNvPr>
          <p:cNvSpPr>
            <a:spLocks xmlns:a="http://schemas.openxmlformats.org/drawingml/2006/main" noGrp="1"/>
          </p:cNvSpPr>
          <p:nvPr>
            <p:ph type="title" idx="0"/>
          </p:nvPr>
        </p:nvSpPr>
        <p:spPr>
          <a:xfrm xmlns:a="http://schemas.openxmlformats.org/drawingml/2006/main">
            <a:off x="731520" y="583413"/>
            <a:ext cx="4361688" cy="1262639"/>
          </a:xfrm>
        </p:spPr>
        <p:txBody>
          <a:bodyPr xmlns:a="http://schemas.openxmlformats.org/drawingml/2006/main" anchor="b">
            <a:noAutofit/>
          </a:bodyPr>
          <a:lstStyle xmlns:a="http://schemas.openxmlformats.org/drawingml/2006/main">
            <a:lvl1pPr>
              <a:buNone/>
              <a:defRPr sz="3200">
                <a:solidFill>
                  <a:schemeClr val="tx1"/>
                </a:solidFill>
              </a:defRPr>
            </a:lvl1pPr>
          </a:lstStyle>
          <a:p xmlns:a="http://schemas.openxmlformats.org/drawingml/2006/main">
            <a:r>
              <a:t>Click to edit Master title style</a:t>
            </a:r>
          </a:p>
        </p:txBody>
      </p:sp>
      <p:sp>
        <p:nvSpPr>
          <p:cNvPr id="8" name="Content Placeholder 7">
            <a:extLst xmlns:a="http://schemas.openxmlformats.org/drawingml/2006/main">
              <a:ext uri="{FF2B5EF4-FFF2-40B4-BE49-F238E27FC236}">
                <a16:creationId xmlns:a16="http://schemas.microsoft.com/office/drawing/2014/main" id="{747AED59-1A26-9C13-8482-7857E7DEFE52}"/>
              </a:ext>
            </a:extLst>
          </p:cNvPr>
          <p:cNvSpPr>
            <a:spLocks xmlns:a="http://schemas.openxmlformats.org/drawingml/2006/main" noGrp="1"/>
          </p:cNvSpPr>
          <p:nvPr>
            <p:ph idx="14"/>
          </p:nvPr>
        </p:nvSpPr>
        <p:spPr>
          <a:xfrm xmlns:a="http://schemas.openxmlformats.org/drawingml/2006/main">
            <a:off x="731520" y="1979461"/>
            <a:ext cx="4360863" cy="4329264"/>
          </a:xfrm>
        </p:spPr>
        <p:txBody>
          <a:bodyPr xmlns:a="http://schemas.openxmlformats.org/drawingml/2006/main"/>
          <a:lstStyle xmlns:a="http://schemas.openxmlformats.org/drawingml/2006/main">
            <a:lvl1pPr>
              <a:buNone/>
              <a:defRPr>
                <a:solidFill>
                  <a:schemeClr val="tx1"/>
                </a:solidFill>
              </a:defRPr>
            </a:lvl1pPr>
            <a:lvl2pPr>
              <a:buNone/>
              <a:defRPr>
                <a:solidFill>
                  <a:schemeClr val="tx1"/>
                </a:solidFill>
              </a:defRPr>
            </a:lvl2pPr>
            <a:lvl3pPr>
              <a:buNone/>
              <a:defRPr>
                <a:solidFill>
                  <a:schemeClr val="tx1"/>
                </a:solidFill>
              </a:defRPr>
            </a:lvl3pPr>
            <a:lvl4pPr>
              <a:buNone/>
              <a:defRPr>
                <a:solidFill>
                  <a:schemeClr val="tx1"/>
                </a:solidFill>
              </a:defRPr>
            </a:lvl4pPr>
            <a:lvl5pPr>
              <a:buNone/>
              <a:defRPr>
                <a:solidFill>
                  <a:schemeClr val="tx1"/>
                </a:solidFill>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1" name="Picture Placeholder 10">
            <a:extLst xmlns:a="http://schemas.openxmlformats.org/drawingml/2006/main">
              <a:ext uri="{FF2B5EF4-FFF2-40B4-BE49-F238E27FC236}">
                <a16:creationId xmlns:a16="http://schemas.microsoft.com/office/drawing/2014/main" id="{7F8EA658-2652-6F81-1B04-D50C60A3F171}"/>
              </a:ext>
            </a:extLst>
          </p:cNvPr>
          <p:cNvSpPr>
            <a:spLocks xmlns:a="http://schemas.openxmlformats.org/drawingml/2006/main" noGrp="1"/>
          </p:cNvSpPr>
          <p:nvPr>
            <p:ph type="pic" idx="13" hasCustomPrompt="1"/>
          </p:nvPr>
        </p:nvSpPr>
        <p:spPr>
          <a:xfrm xmlns:a="http://schemas.openxmlformats.org/drawingml/2006/main">
            <a:off x="5745480" y="0"/>
            <a:ext cx="6446520" cy="6858000"/>
          </a:xfrm>
          <a:prstGeom xmlns:a="http://schemas.openxmlformats.org/drawingml/2006/main" prst="rect">
            <a:avLst/>
          </a:prstGeom>
          <a:blipFill xmlns:a="http://schemas.openxmlformats.org/drawingml/2006/main">
            <a:blip xmlns:r="http://schemas.openxmlformats.org/officeDocument/2006/relationships" r:embed="R26e999ea97c34487">
              <a:alphaModFix amt="70000"/>
            </a:blip>
            <a:stretch>
              <a:fillRect l="0" t="0" r="0" b="0"/>
            </a:stretch>
          </a:blipFill>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 </a:t>
            </a:r>
          </a:p>
        </p:txBody>
      </p:sp>
      <p:sp>
        <p:nvSpPr>
          <p:cNvPr id="5" name="Straight Connector 4">
            <a:extLst xmlns:a="http://schemas.openxmlformats.org/drawingml/2006/main">
              <a:ext uri="{FF2B5EF4-FFF2-40B4-BE49-F238E27FC236}">
                <a16:creationId xmlns:a16="http://schemas.microsoft.com/office/drawing/2014/main" id="{782EC55F-A78F-4B6C-BAE0-317B0BAB9A7E}"/>
              </a:ext>
            </a:extLst>
          </p:cNvPr>
          <p:cNvSpPr>
            <a:spLocks xmlns:a="http://schemas.openxmlformats.org/drawingml/2006/main" noGrp="1"/>
          </p:cNvSpPr>
          <p:nvPr/>
        </p:nvSpPr>
        <p:spPr>
          <a:xfrm xmlns:a="http://schemas.openxmlformats.org/drawingml/2006/main">
            <a:off x="5732126" y="0"/>
            <a:ext cx="0" cy="6858000"/>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 name="Date Placeholder 2">
            <a:extLst xmlns:a="http://schemas.openxmlformats.org/drawingml/2006/main">
              <a:ext uri="{FF2B5EF4-FFF2-40B4-BE49-F238E27FC236}">
                <a16:creationId xmlns:a16="http://schemas.microsoft.com/office/drawing/2014/main" id="{EA981C2C-E0DD-29A7-8209-50D664881524}"/>
              </a:ext>
            </a:extLst>
          </p:cNvPr>
          <p:cNvSpPr>
            <a:spLocks xmlns:a="http://schemas.openxmlformats.org/drawingml/2006/main" noGrp="1"/>
          </p:cNvSpPr>
          <p:nvPr>
            <p:ph type="dt" idx="15"/>
          </p:nvPr>
        </p:nvSpPr>
        <p:spPr>
          <a:xfrm xmlns:a="http://schemas.openxmlformats.org/drawingml/2006/main" rot="5400000">
            <a:off x="-997745" y="4687095"/>
            <a:ext cx="2706690" cy="365125"/>
          </a:xfrm>
        </p:spPr>
        <p:txBody>
          <a:bodyPr xmlns:a="http://schemas.openxmlformats.org/drawingml/2006/main"/>
          <a:lstStyle xmlns:a="http://schemas.openxmlformats.org/drawingml/2006/main"/>
          <a:p xmlns:a="http://schemas.openxmlformats.org/drawingml/2006/main">
            <a:fld id="{871B9433-C9E5-43C9-BAE0-1C68CE026B28}" type="datetimeFigureOut">
              <a:t>8/17/2026</a:t>
            </a:fld>
            <a:endParaRPr/>
          </a:p>
        </p:txBody>
      </p:sp>
      <p:sp>
        <p:nvSpPr>
          <p:cNvPr id="6" name="Footer Placeholder 4">
            <a:extLst xmlns:a="http://schemas.openxmlformats.org/drawingml/2006/main">
              <a:ext uri="{FF2B5EF4-FFF2-40B4-BE49-F238E27FC236}">
                <a16:creationId xmlns:a16="http://schemas.microsoft.com/office/drawing/2014/main" id="{D205369F-8CCB-402F-9055-2BF12262B54D}"/>
              </a:ext>
            </a:extLst>
          </p:cNvPr>
          <p:cNvSpPr>
            <a:spLocks xmlns:a="http://schemas.openxmlformats.org/drawingml/2006/main" noGrp="1"/>
          </p:cNvSpPr>
          <p:nvPr>
            <p:ph type="ftr" idx="16"/>
          </p:nvPr>
        </p:nvSpPr>
        <p:spPr>
          <a:xfrm xmlns:a="http://schemas.openxmlformats.org/drawingml/2006/main" rot="16200000" flipH="1">
            <a:off x="-1131161" y="1592957"/>
            <a:ext cx="2973522" cy="365125"/>
          </a:xfrm>
        </p:spPr>
        <p:txBody>
          <a:bodyPr xmlns:a="http://schemas.openxmlformats.org/drawingml/2006/main"/>
          <a:lstStyle xmlns:a="http://schemas.openxmlformats.org/drawingml/2006/main"/>
          <a:p xmlns:a="http://schemas.openxmlformats.org/drawingml/2006/main">
            <a:endParaRPr/>
          </a:p>
        </p:txBody>
      </p:sp>
      <p:sp>
        <p:nvSpPr>
          <p:cNvPr id="7" name="Slide Number Placeholder 5">
            <a:extLst xmlns:a="http://schemas.openxmlformats.org/drawingml/2006/main">
              <a:ext uri="{FF2B5EF4-FFF2-40B4-BE49-F238E27FC236}">
                <a16:creationId xmlns:a16="http://schemas.microsoft.com/office/drawing/2014/main" id="{133591F2-4BD3-37D0-B00E-B2CD5F47A36C}"/>
              </a:ext>
            </a:extLst>
          </p:cNvPr>
          <p:cNvSpPr>
            <a:spLocks xmlns:a="http://schemas.openxmlformats.org/drawingml/2006/main" noGrp="1"/>
          </p:cNvSpPr>
          <p:nvPr>
            <p:ph type="sldNum" idx="17"/>
          </p:nvPr>
        </p:nvSpPr>
        <p:spPr>
          <a:xfrm xmlns:a="http://schemas.openxmlformats.org/drawingml/2006/main">
            <a:off x="51117" y="6356350"/>
            <a:ext cx="574620" cy="365125"/>
          </a:xfrm>
        </p:spPr>
        <p:txBody>
          <a:bodyPr xmlns:a="http://schemas.openxmlformats.org/drawingml/2006/main"/>
          <a:lstStyle xmlns:a="http://schemas.openxmlformats.org/drawingml/2006/main"/>
          <a:p xmlns:a="http://schemas.openxmlformats.org/drawingml/2006/main">
            <a:fld id="{9DA42802-E4C8-4D6F-B0D0-53DEA9BE3FA8}" type="slidenum">
              <a:t>‹#›</a:t>
            </a:fld>
            <a:endParaRPr/>
          </a:p>
        </p:txBody>
      </p:sp>
    </p:spTree>
  </p:cSld>
</p:sldLayout>
</file>

<file path=ppt/slideLayouts/slideLayout15.xml><?xml version="1.0" encoding="utf-8"?>
<p:sldLayout xmlns:p="http://schemas.openxmlformats.org/presentationml/2006/main" showMasterSp="0" preserve="1">
  <p:cSld name="Content with Picture 6">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AF3BB49-A328-F121-7F27-DEB7C3CC2B0F}"/>
              </a:ext>
            </a:extLst>
          </p:cNvPr>
          <p:cNvSpPr>
            <a:spLocks xmlns:a="http://schemas.openxmlformats.org/drawingml/2006/main" noGrp="1"/>
          </p:cNvSpPr>
          <p:nvPr>
            <p:ph type="title" idx="0"/>
          </p:nvPr>
        </p:nvSpPr>
        <p:spPr>
          <a:xfrm xmlns:a="http://schemas.openxmlformats.org/drawingml/2006/main">
            <a:off x="731520" y="320040"/>
            <a:ext cx="4572000" cy="932688"/>
          </a:xfrm>
        </p:spPr>
        <p:txBody>
          <a:bodyPr xmlns:a="http://schemas.openxmlformats.org/drawingml/2006/main" anchor="b"/>
          <a:lstStyle xmlns:a="http://schemas.openxmlformats.org/drawingml/2006/main">
            <a:lvl1pPr>
              <a:buNone/>
              <a:defRPr sz="3200">
                <a:solidFill>
                  <a:schemeClr val="tx1"/>
                </a:solidFill>
              </a:defRPr>
            </a:lvl1pPr>
          </a:lstStyle>
          <a:p xmlns:a="http://schemas.openxmlformats.org/drawingml/2006/main">
            <a:r>
              <a:t>Click to edit Master title style</a:t>
            </a:r>
          </a:p>
        </p:txBody>
      </p:sp>
      <p:sp>
        <p:nvSpPr>
          <p:cNvPr id="8" name="Content Placeholder 7">
            <a:extLst xmlns:a="http://schemas.openxmlformats.org/drawingml/2006/main">
              <a:ext uri="{FF2B5EF4-FFF2-40B4-BE49-F238E27FC236}">
                <a16:creationId xmlns:a16="http://schemas.microsoft.com/office/drawing/2014/main" id="{747AED59-1A26-9C13-8482-7857E7DEFE52}"/>
              </a:ext>
            </a:extLst>
          </p:cNvPr>
          <p:cNvSpPr>
            <a:spLocks xmlns:a="http://schemas.openxmlformats.org/drawingml/2006/main" noGrp="1"/>
          </p:cNvSpPr>
          <p:nvPr>
            <p:ph idx="14"/>
          </p:nvPr>
        </p:nvSpPr>
        <p:spPr>
          <a:xfrm xmlns:a="http://schemas.openxmlformats.org/drawingml/2006/main">
            <a:off x="731520" y="1380744"/>
            <a:ext cx="4572000" cy="4983480"/>
          </a:xfrm>
        </p:spPr>
        <p:txBody>
          <a:bodyPr xmlns:a="http://schemas.openxmlformats.org/drawingml/2006/main"/>
          <a:lstStyle xmlns:a="http://schemas.openxmlformats.org/drawingml/2006/main">
            <a:lvl1pPr>
              <a:buNone/>
              <a:defRPr>
                <a:solidFill>
                  <a:schemeClr val="tx1"/>
                </a:solidFill>
              </a:defRPr>
            </a:lvl1pPr>
            <a:lvl2pPr>
              <a:buNone/>
              <a:defRPr>
                <a:solidFill>
                  <a:schemeClr val="tx1"/>
                </a:solidFill>
              </a:defRPr>
            </a:lvl2pPr>
            <a:lvl3pPr>
              <a:buNone/>
              <a:defRPr>
                <a:solidFill>
                  <a:schemeClr val="tx1"/>
                </a:solidFill>
              </a:defRPr>
            </a:lvl3pPr>
            <a:lvl4pPr>
              <a:buNone/>
              <a:defRPr>
                <a:solidFill>
                  <a:schemeClr val="tx1"/>
                </a:solidFill>
              </a:defRPr>
            </a:lvl4pPr>
            <a:lvl5pPr>
              <a:buNone/>
              <a:defRPr>
                <a:solidFill>
                  <a:schemeClr val="tx1"/>
                </a:solidFill>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1" name="Picture Placeholder 10">
            <a:extLst xmlns:a="http://schemas.openxmlformats.org/drawingml/2006/main">
              <a:ext uri="{FF2B5EF4-FFF2-40B4-BE49-F238E27FC236}">
                <a16:creationId xmlns:a16="http://schemas.microsoft.com/office/drawing/2014/main" id="{7F8EA658-2652-6F81-1B04-D50C60A3F171}"/>
              </a:ext>
            </a:extLst>
          </p:cNvPr>
          <p:cNvSpPr>
            <a:spLocks xmlns:a="http://schemas.openxmlformats.org/drawingml/2006/main" noGrp="1"/>
          </p:cNvSpPr>
          <p:nvPr>
            <p:ph type="pic" idx="13" hasCustomPrompt="1"/>
          </p:nvPr>
        </p:nvSpPr>
        <p:spPr>
          <a:xfrm xmlns:a="http://schemas.openxmlformats.org/drawingml/2006/main">
            <a:off x="5917720" y="0"/>
            <a:ext cx="6274279" cy="6858000"/>
          </a:xfrm>
          <a:prstGeom xmlns:a="http://schemas.openxmlformats.org/drawingml/2006/main" prst="rect">
            <a:avLst/>
          </a:prstGeom>
          <a:blipFill xmlns:a="http://schemas.openxmlformats.org/drawingml/2006/main">
            <a:blip xmlns:r="http://schemas.openxmlformats.org/officeDocument/2006/relationships" r:embed="R7afc9af24844425d">
              <a:alphaModFix amt="70000"/>
            </a:blip>
            <a:stretch>
              <a:fillRect l="0" t="0" r="0" b="0"/>
            </a:stretch>
          </a:blipFill>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 </a:t>
            </a:r>
          </a:p>
        </p:txBody>
      </p:sp>
      <p:sp>
        <p:nvSpPr>
          <p:cNvPr id="5" name="Straight Connector 4">
            <a:extLst xmlns:a="http://schemas.openxmlformats.org/drawingml/2006/main">
              <a:ext uri="{FF2B5EF4-FFF2-40B4-BE49-F238E27FC236}">
                <a16:creationId xmlns:a16="http://schemas.microsoft.com/office/drawing/2014/main" id="{25E3C371-3318-4553-9063-7D7A38750ECB}"/>
              </a:ext>
            </a:extLst>
          </p:cNvPr>
          <p:cNvSpPr>
            <a:spLocks xmlns:a="http://schemas.openxmlformats.org/drawingml/2006/main" noGrp="1"/>
          </p:cNvSpPr>
          <p:nvPr/>
        </p:nvSpPr>
        <p:spPr>
          <a:xfrm xmlns:a="http://schemas.openxmlformats.org/drawingml/2006/main">
            <a:off x="5911724" y="0"/>
            <a:ext cx="0" cy="6858000"/>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 name="Date Placeholder 2">
            <a:extLst xmlns:a="http://schemas.openxmlformats.org/drawingml/2006/main">
              <a:ext uri="{FF2B5EF4-FFF2-40B4-BE49-F238E27FC236}">
                <a16:creationId xmlns:a16="http://schemas.microsoft.com/office/drawing/2014/main" id="{417D8113-ECE6-D6F5-9CA4-C96A535F4799}"/>
              </a:ext>
            </a:extLst>
          </p:cNvPr>
          <p:cNvSpPr>
            <a:spLocks xmlns:a="http://schemas.openxmlformats.org/drawingml/2006/main" noGrp="1"/>
          </p:cNvSpPr>
          <p:nvPr>
            <p:ph type="dt" idx="15"/>
          </p:nvPr>
        </p:nvSpPr>
        <p:spPr>
          <a:xfrm xmlns:a="http://schemas.openxmlformats.org/drawingml/2006/main" rot="5400000">
            <a:off x="-997745" y="4687095"/>
            <a:ext cx="2706690" cy="365125"/>
          </a:xfrm>
        </p:spPr>
        <p:txBody>
          <a:bodyPr xmlns:a="http://schemas.openxmlformats.org/drawingml/2006/main"/>
          <a:lstStyle xmlns:a="http://schemas.openxmlformats.org/drawingml/2006/main"/>
          <a:p xmlns:a="http://schemas.openxmlformats.org/drawingml/2006/main">
            <a:fld id="{871B9433-C9E5-43C9-BAE0-1C68CE026B28}" type="datetimeFigureOut">
              <a:t>8/17/2026</a:t>
            </a:fld>
            <a:endParaRPr/>
          </a:p>
        </p:txBody>
      </p:sp>
      <p:sp>
        <p:nvSpPr>
          <p:cNvPr id="6" name="Footer Placeholder 4">
            <a:extLst xmlns:a="http://schemas.openxmlformats.org/drawingml/2006/main">
              <a:ext uri="{FF2B5EF4-FFF2-40B4-BE49-F238E27FC236}">
                <a16:creationId xmlns:a16="http://schemas.microsoft.com/office/drawing/2014/main" id="{629A0137-F97A-8194-464D-3B7D4814A8AE}"/>
              </a:ext>
            </a:extLst>
          </p:cNvPr>
          <p:cNvSpPr>
            <a:spLocks xmlns:a="http://schemas.openxmlformats.org/drawingml/2006/main" noGrp="1"/>
          </p:cNvSpPr>
          <p:nvPr>
            <p:ph type="ftr" idx="16"/>
          </p:nvPr>
        </p:nvSpPr>
        <p:spPr>
          <a:xfrm xmlns:a="http://schemas.openxmlformats.org/drawingml/2006/main" rot="16200000" flipH="1">
            <a:off x="-1131161" y="1592957"/>
            <a:ext cx="2973522" cy="365125"/>
          </a:xfrm>
        </p:spPr>
        <p:txBody>
          <a:bodyPr xmlns:a="http://schemas.openxmlformats.org/drawingml/2006/main"/>
          <a:lstStyle xmlns:a="http://schemas.openxmlformats.org/drawingml/2006/main"/>
          <a:p xmlns:a="http://schemas.openxmlformats.org/drawingml/2006/main">
            <a:endParaRPr/>
          </a:p>
        </p:txBody>
      </p:sp>
      <p:sp>
        <p:nvSpPr>
          <p:cNvPr id="7" name="Slide Number Placeholder 5">
            <a:extLst xmlns:a="http://schemas.openxmlformats.org/drawingml/2006/main">
              <a:ext uri="{FF2B5EF4-FFF2-40B4-BE49-F238E27FC236}">
                <a16:creationId xmlns:a16="http://schemas.microsoft.com/office/drawing/2014/main" id="{E3FE5686-63A9-B1A1-5734-F96A96514650}"/>
              </a:ext>
            </a:extLst>
          </p:cNvPr>
          <p:cNvSpPr>
            <a:spLocks xmlns:a="http://schemas.openxmlformats.org/drawingml/2006/main" noGrp="1"/>
          </p:cNvSpPr>
          <p:nvPr>
            <p:ph type="sldNum" idx="17"/>
          </p:nvPr>
        </p:nvSpPr>
        <p:spPr>
          <a:xfrm xmlns:a="http://schemas.openxmlformats.org/drawingml/2006/main">
            <a:off x="51117" y="6356350"/>
            <a:ext cx="574620" cy="365125"/>
          </a:xfrm>
        </p:spPr>
        <p:txBody>
          <a:bodyPr xmlns:a="http://schemas.openxmlformats.org/drawingml/2006/main"/>
          <a:lstStyle xmlns:a="http://schemas.openxmlformats.org/drawingml/2006/main"/>
          <a:p xmlns:a="http://schemas.openxmlformats.org/drawingml/2006/main">
            <a:fld id="{9DA42802-E4C8-4D6F-B0D0-53DEA9BE3FA8}" type="slidenum">
              <a:t>‹#›</a:t>
            </a:fld>
            <a:endParaRPr/>
          </a:p>
        </p:txBody>
      </p:sp>
    </p:spTree>
  </p:cSld>
</p:sldLayout>
</file>

<file path=ppt/slideLayouts/slideLayout16.xml><?xml version="1.0" encoding="utf-8"?>
<p:sldLayout xmlns:p="http://schemas.openxmlformats.org/presentationml/2006/main" showMasterSp="0" preserve="1">
  <p:cSld name="Content with Picture 7">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AF3BB49-A328-F121-7F27-DEB7C3CC2B0F}"/>
              </a:ext>
            </a:extLst>
          </p:cNvPr>
          <p:cNvSpPr>
            <a:spLocks xmlns:a="http://schemas.openxmlformats.org/drawingml/2006/main" noGrp="1"/>
          </p:cNvSpPr>
          <p:nvPr>
            <p:ph type="title" idx="0"/>
          </p:nvPr>
        </p:nvSpPr>
        <p:spPr>
          <a:xfrm xmlns:a="http://schemas.openxmlformats.org/drawingml/2006/main">
            <a:off x="731520" y="5012268"/>
            <a:ext cx="3739896" cy="1390330"/>
          </a:xfrm>
        </p:spPr>
        <p:txBody>
          <a:bodyPr xmlns:a="http://schemas.openxmlformats.org/drawingml/2006/main" anchor="t">
            <a:normAutofit/>
          </a:bodyPr>
          <a:lstStyle xmlns:a="http://schemas.openxmlformats.org/drawingml/2006/main">
            <a:lvl1pPr>
              <a:buNone/>
              <a:defRPr sz="3200">
                <a:solidFill>
                  <a:schemeClr val="tx1"/>
                </a:solidFill>
              </a:defRPr>
            </a:lvl1pPr>
          </a:lstStyle>
          <a:p xmlns:a="http://schemas.openxmlformats.org/drawingml/2006/main">
            <a:r>
              <a:t>Click to edit Master title style</a:t>
            </a:r>
          </a:p>
        </p:txBody>
      </p:sp>
      <p:sp>
        <p:nvSpPr>
          <p:cNvPr id="11" name="Picture Placeholder 10">
            <a:extLst xmlns:a="http://schemas.openxmlformats.org/drawingml/2006/main">
              <a:ext uri="{FF2B5EF4-FFF2-40B4-BE49-F238E27FC236}">
                <a16:creationId xmlns:a16="http://schemas.microsoft.com/office/drawing/2014/main" id="{7F8EA658-2652-6F81-1B04-D50C60A3F171}"/>
              </a:ext>
            </a:extLst>
          </p:cNvPr>
          <p:cNvSpPr>
            <a:spLocks xmlns:a="http://schemas.openxmlformats.org/drawingml/2006/main" noGrp="1"/>
          </p:cNvSpPr>
          <p:nvPr>
            <p:ph type="pic" idx="13" hasCustomPrompt="1"/>
          </p:nvPr>
        </p:nvSpPr>
        <p:spPr>
          <a:xfrm xmlns:a="http://schemas.openxmlformats.org/drawingml/2006/main">
            <a:off x="-1" y="0"/>
            <a:ext cx="12192000" cy="4635132"/>
          </a:xfrm>
          <a:prstGeom xmlns:a="http://schemas.openxmlformats.org/drawingml/2006/main" prst="rect">
            <a:avLst/>
          </a:prstGeom>
          <a:blipFill xmlns:a="http://schemas.openxmlformats.org/drawingml/2006/main">
            <a:blip xmlns:r="http://schemas.openxmlformats.org/officeDocument/2006/relationships" r:embed="R0efe0f9b50164f78">
              <a:alphaModFix amt="70000"/>
            </a:blip>
            <a:stretch>
              <a:fillRect l="0" t="0" r="0" b="0"/>
            </a:stretch>
          </a:blipFill>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 </a:t>
            </a:r>
          </a:p>
        </p:txBody>
      </p:sp>
      <p:sp>
        <p:nvSpPr>
          <p:cNvPr id="4" name="Footer Placeholder 5">
            <a:extLst xmlns:a="http://schemas.openxmlformats.org/drawingml/2006/main">
              <a:ext uri="{FF2B5EF4-FFF2-40B4-BE49-F238E27FC236}">
                <a16:creationId xmlns:a16="http://schemas.microsoft.com/office/drawing/2014/main" id="{485E715F-A05B-F2BC-ABF4-447E9B58E0C2}"/>
              </a:ext>
            </a:extLst>
          </p:cNvPr>
          <p:cNvSpPr>
            <a:spLocks xmlns:a="http://schemas.openxmlformats.org/drawingml/2006/main" noGrp="1"/>
          </p:cNvSpPr>
          <p:nvPr>
            <p:ph type="ftr" idx="15"/>
          </p:nvPr>
        </p:nvSpPr>
        <p:spPr>
          <a:xfrm xmlns:a="http://schemas.openxmlformats.org/drawingml/2006/main" rot="16200000">
            <a:off x="-499001" y="5684309"/>
            <a:ext cx="1709209" cy="365125"/>
          </a:xfrm>
        </p:spPr>
        <p:txBody>
          <a:bodyPr xmlns:a="http://schemas.openxmlformats.org/drawingml/2006/main"/>
          <a:lstStyle xmlns:a="http://schemas.openxmlformats.org/drawingml/2006/main"/>
          <a:p xmlns:a="http://schemas.openxmlformats.org/drawingml/2006/main">
            <a:endParaRPr/>
          </a:p>
        </p:txBody>
      </p:sp>
      <p:sp>
        <p:nvSpPr>
          <p:cNvPr id="8" name="Content Placeholder 7">
            <a:extLst xmlns:a="http://schemas.openxmlformats.org/drawingml/2006/main">
              <a:ext uri="{FF2B5EF4-FFF2-40B4-BE49-F238E27FC236}">
                <a16:creationId xmlns:a16="http://schemas.microsoft.com/office/drawing/2014/main" id="{C3D15418-1E32-0501-0E66-54FC2DD08E39}"/>
              </a:ext>
            </a:extLst>
          </p:cNvPr>
          <p:cNvSpPr>
            <a:spLocks xmlns:a="http://schemas.openxmlformats.org/drawingml/2006/main" noGrp="1"/>
          </p:cNvSpPr>
          <p:nvPr>
            <p:ph idx="14"/>
          </p:nvPr>
        </p:nvSpPr>
        <p:spPr>
          <a:xfrm xmlns:a="http://schemas.openxmlformats.org/drawingml/2006/main">
            <a:off x="4846320" y="5012267"/>
            <a:ext cx="6400800" cy="1390330"/>
          </a:xfrm>
        </p:spPr>
        <p:txBody>
          <a:bodyPr xmlns:a="http://schemas.openxmlformats.org/drawingml/2006/main">
            <a:noAutofit/>
          </a:bodyPr>
          <a:lstStyle xmlns:a="http://schemas.openxmlformats.org/drawingml/2006/main">
            <a:lvl1pPr marL="0" indent="0">
              <a:buFont typeface="Arial"/>
              <a:buNone/>
              <a:defRPr sz="1800">
                <a:solidFill>
                  <a:schemeClr val="tx1"/>
                </a:solidFill>
              </a:defRPr>
            </a:lvl1pPr>
            <a:lvl2pPr marL="228600" indent="0">
              <a:buFont typeface="Arial"/>
              <a:buNone/>
              <a:defRPr sz="1600">
                <a:solidFill>
                  <a:schemeClr val="tx1"/>
                </a:solidFill>
              </a:defRPr>
            </a:lvl2pPr>
            <a:lvl3pPr marL="457200" indent="0">
              <a:buFont typeface="Arial"/>
              <a:buNone/>
              <a:defRPr sz="1400">
                <a:solidFill>
                  <a:schemeClr val="tx1"/>
                </a:solidFill>
              </a:defRPr>
            </a:lvl3pPr>
            <a:lvl4pPr marL="685800" indent="0">
              <a:buFont typeface="Arial"/>
              <a:buNone/>
              <a:defRPr sz="1200">
                <a:solidFill>
                  <a:schemeClr val="tx1"/>
                </a:solidFill>
              </a:defRPr>
            </a:lvl4pPr>
            <a:lvl5pPr marL="914400" indent="0">
              <a:buFont typeface="Arial"/>
              <a:buNone/>
              <a:defRPr sz="1100">
                <a:solidFill>
                  <a:schemeClr val="tx1"/>
                </a:solidFill>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897D0B7E-1A60-DA52-6965-92412B1C2F9F}"/>
              </a:ext>
            </a:extLst>
          </p:cNvPr>
          <p:cNvSpPr>
            <a:spLocks xmlns:a="http://schemas.openxmlformats.org/drawingml/2006/main" noGrp="1"/>
          </p:cNvSpPr>
          <p:nvPr>
            <p:ph type="dt" idx="10"/>
          </p:nvPr>
        </p:nvSpPr>
        <p:spPr>
          <a:xfrm xmlns:a="http://schemas.openxmlformats.org/drawingml/2006/main" rot="5400000">
            <a:off x="11173959" y="5435073"/>
            <a:ext cx="1210734" cy="365125"/>
          </a:xfr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871B9433-C9E5-43C9-BAE0-1C68CE026B28}" type="datetimeFigureOut">
              <a:t>8/17/2026</a:t>
            </a:fld>
            <a:endParaRPr/>
          </a:p>
        </p:txBody>
      </p:sp>
      <p:sp>
        <p:nvSpPr>
          <p:cNvPr id="7" name="Slide Number Placeholder 6">
            <a:extLst xmlns:a="http://schemas.openxmlformats.org/drawingml/2006/main">
              <a:ext uri="{FF2B5EF4-FFF2-40B4-BE49-F238E27FC236}">
                <a16:creationId xmlns:a16="http://schemas.microsoft.com/office/drawing/2014/main" id="{B1B822F1-284A-1786-FAF2-72129E2FE64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9DA42802-E4C8-4D6F-B0D0-53DEA9BE3FA8}" type="slidenum">
              <a:t>‹#›</a:t>
            </a:fld>
            <a:endParaRPr/>
          </a:p>
        </p:txBody>
      </p:sp>
      <p:sp>
        <p:nvSpPr>
          <p:cNvPr id="3" name="Straight Connector 2">
            <a:extLst xmlns:a="http://schemas.openxmlformats.org/drawingml/2006/main">
              <a:ext uri="{FF2B5EF4-FFF2-40B4-BE49-F238E27FC236}">
                <a16:creationId xmlns:a16="http://schemas.microsoft.com/office/drawing/2014/main" id="{2D6100F5-0B0B-4C9F-B055-AE16EA5FE748}"/>
              </a:ext>
            </a:extLst>
          </p:cNvPr>
          <p:cNvSpPr>
            <a:spLocks xmlns:a="http://schemas.openxmlformats.org/drawingml/2006/main" noGrp="1"/>
          </p:cNvSpPr>
          <p:nvPr/>
        </p:nvSpPr>
        <p:spPr>
          <a:xfrm xmlns:a="http://schemas.openxmlformats.org/drawingml/2006/main" flipH="1">
            <a:off x="0" y="4638230"/>
            <a:ext cx="12191996" cy="0"/>
          </a:xfrm>
          <a:prstGeom xmlns:a="http://schemas.openxmlformats.org/drawingml/2006/main" prst="line">
            <a:avLst/>
          </a:prstGeom>
          <a:ln xmlns:a="http://schemas.openxmlformats.org/drawingml/2006/main">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Tree>
  </p:cSld>
</p:sldLayout>
</file>

<file path=ppt/slideLayouts/slideLayout17.xml><?xml version="1.0" encoding="utf-8"?>
<p:sldLayout xmlns:p="http://schemas.openxmlformats.org/presentationml/2006/main" showMasterSp="0" preserve="1">
  <p:cSld name="Content with Picture 8">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AF3BB49-A328-F121-7F27-DEB7C3CC2B0F}"/>
              </a:ext>
            </a:extLst>
          </p:cNvPr>
          <p:cNvSpPr>
            <a:spLocks xmlns:a="http://schemas.openxmlformats.org/drawingml/2006/main" noGrp="1"/>
          </p:cNvSpPr>
          <p:nvPr>
            <p:ph type="title" idx="0"/>
          </p:nvPr>
        </p:nvSpPr>
        <p:spPr>
          <a:xfrm xmlns:a="http://schemas.openxmlformats.org/drawingml/2006/main">
            <a:off x="640080" y="4882896"/>
            <a:ext cx="3657603" cy="1453896"/>
          </a:xfrm>
        </p:spPr>
        <p:txBody>
          <a:bodyPr xmlns:a="http://schemas.openxmlformats.org/drawingml/2006/main" anchor="t">
            <a:normAutofit/>
          </a:bodyPr>
          <a:lstStyle xmlns:a="http://schemas.openxmlformats.org/drawingml/2006/main">
            <a:lvl1pPr algn="ctr">
              <a:buNone/>
              <a:defRPr sz="3200">
                <a:solidFill>
                  <a:schemeClr val="tx1"/>
                </a:solidFill>
              </a:defRPr>
            </a:lvl1pPr>
          </a:lstStyle>
          <a:p xmlns:a="http://schemas.openxmlformats.org/drawingml/2006/main">
            <a:r>
              <a:t>Click to edit Master title style</a:t>
            </a:r>
          </a:p>
        </p:txBody>
      </p:sp>
      <p:sp>
        <p:nvSpPr>
          <p:cNvPr id="6" name="Footer Placeholder 5">
            <a:extLst xmlns:a="http://schemas.openxmlformats.org/drawingml/2006/main">
              <a:ext uri="{FF2B5EF4-FFF2-40B4-BE49-F238E27FC236}">
                <a16:creationId xmlns:a16="http://schemas.microsoft.com/office/drawing/2014/main" id="{C2BDD5A2-CE3E-3215-6DAA-F75C0D1229D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endParaRPr/>
          </a:p>
        </p:txBody>
      </p:sp>
      <p:sp>
        <p:nvSpPr>
          <p:cNvPr id="16" name="Picture Placeholder 15">
            <a:extLst xmlns:a="http://schemas.openxmlformats.org/drawingml/2006/main">
              <a:ext uri="{FF2B5EF4-FFF2-40B4-BE49-F238E27FC236}">
                <a16:creationId xmlns:a16="http://schemas.microsoft.com/office/drawing/2014/main" id="{838F5DE0-1AA8-5320-EBEC-7B2EEF399630}"/>
              </a:ext>
            </a:extLst>
          </p:cNvPr>
          <p:cNvSpPr>
            <a:spLocks xmlns:a="http://schemas.openxmlformats.org/drawingml/2006/main" noGrp="1"/>
          </p:cNvSpPr>
          <p:nvPr>
            <p:ph type="pic" idx="13" hasCustomPrompt="1"/>
          </p:nvPr>
        </p:nvSpPr>
        <p:spPr>
          <a:xfrm xmlns:a="http://schemas.openxmlformats.org/drawingml/2006/main">
            <a:off x="731520" y="548642"/>
            <a:ext cx="3490175" cy="4041647"/>
          </a:xfrm>
          <a:custGeom xmlns:a="http://schemas.openxmlformats.org/drawingml/2006/main">
            <a:gdLst>
              <a:gd name="connsiteX0" fmla="*/ 1745088 w 3490175"/>
              <a:gd name="connsiteY0" fmla="*/ 0 h 4041647"/>
              <a:gd name="connsiteX1" fmla="*/ 3490175 w 3490175"/>
              <a:gd name="connsiteY1" fmla="*/ 1745088 h 4041647"/>
              <a:gd name="connsiteX2" fmla="*/ 3490175 w 3490175"/>
              <a:gd name="connsiteY2" fmla="*/ 3141232 h 4041647"/>
              <a:gd name="connsiteX3" fmla="*/ 3490175 w 3490175"/>
              <a:gd name="connsiteY3" fmla="*/ 3490175 h 4041647"/>
              <a:gd name="connsiteX4" fmla="*/ 3490175 w 3490175"/>
              <a:gd name="connsiteY4" fmla="*/ 4041647 h 4041647"/>
              <a:gd name="connsiteX5" fmla="*/ 0 w 3490175"/>
              <a:gd name="connsiteY5" fmla="*/ 4041647 h 4041647"/>
              <a:gd name="connsiteX6" fmla="*/ 0 w 3490175"/>
              <a:gd name="connsiteY6" fmla="*/ 3490175 h 4041647"/>
              <a:gd name="connsiteX7" fmla="*/ 0 w 3490175"/>
              <a:gd name="connsiteY7" fmla="*/ 3141232 h 4041647"/>
              <a:gd name="connsiteX8" fmla="*/ 0 w 3490175"/>
              <a:gd name="connsiteY8" fmla="*/ 1745088 h 4041647"/>
              <a:gd name="connsiteX9" fmla="*/ 1745088 w 3490175"/>
              <a:gd name="connsiteY9" fmla="*/ 0 h 4041647"/>
            </a:gdLst>
            <a:rect l="l" t="t" r="r" b="b"/>
            <a:pathLst>
              <a:path w="3490175" h="4041647">
                <a:moveTo>
                  <a:pt x="1745088" y="0"/>
                </a:moveTo>
                <a:cubicBezTo>
                  <a:pt x="2708873" y="0"/>
                  <a:pt x="3490175" y="781302"/>
                  <a:pt x="3490175" y="1745088"/>
                </a:cubicBezTo>
                <a:lnTo>
                  <a:pt x="3490175" y="3141232"/>
                </a:lnTo>
                <a:lnTo>
                  <a:pt x="3490175" y="3490175"/>
                </a:lnTo>
                <a:lnTo>
                  <a:pt x="3490175" y="4041647"/>
                </a:lnTo>
                <a:lnTo>
                  <a:pt x="0" y="4041647"/>
                </a:lnTo>
                <a:lnTo>
                  <a:pt x="0" y="3490175"/>
                </a:lnTo>
                <a:lnTo>
                  <a:pt x="0" y="3141232"/>
                </a:lnTo>
                <a:lnTo>
                  <a:pt x="0" y="1745088"/>
                </a:lnTo>
                <a:cubicBezTo>
                  <a:pt x="0" y="781302"/>
                  <a:pt x="781302" y="0"/>
                  <a:pt x="1745088" y="0"/>
                </a:cubicBezTo>
                <a:close/>
              </a:path>
            </a:pathLst>
          </a:custGeom>
          <a:blipFill xmlns:a="http://schemas.openxmlformats.org/drawingml/2006/main" rotWithShape="1">
            <a:blip xmlns:r="http://schemas.openxmlformats.org/officeDocument/2006/relationships" r:embed="Rc53370291e2f4a41">
              <a:alphaModFix amt="81000"/>
            </a:blip>
            <a:srcRect l="0" t="0" r="0" b="0"/>
            <a:stretch>
              <a:fillRect l="0" t="0" r="0" b="0"/>
            </a:stretch>
          </a:blipFill>
          <a:ln xmlns:a="http://schemas.openxmlformats.org/drawingml/2006/main" w="6350">
            <a:solidFill>
              <a:schemeClr val="tx1"/>
            </a:solidFill>
          </a:ln>
        </p:spPr>
        <p:txBody>
          <a:bodyPr xmlns:a="http://schemas.openxmlformats.org/drawingml/2006/main" wrap="square">
            <a:noAutofit/>
          </a:bodyPr>
          <a:lstStyle xmlns:a="http://schemas.openxmlformats.org/drawingml/2006/main">
            <a:lvl1pPr>
              <a:buNone/>
              <a:defRPr>
                <a:solidFill>
                  <a:schemeClr val="tx1"/>
                </a:solidFill>
              </a:defRPr>
            </a:lvl1pPr>
          </a:lstStyle>
          <a:p xmlns:a="http://schemas.openxmlformats.org/drawingml/2006/main">
            <a:r>
              <a:t> </a:t>
            </a:r>
          </a:p>
        </p:txBody>
      </p:sp>
      <p:sp>
        <p:nvSpPr>
          <p:cNvPr id="8" name="Content Placeholder 7">
            <a:extLst xmlns:a="http://schemas.openxmlformats.org/drawingml/2006/main">
              <a:ext uri="{FF2B5EF4-FFF2-40B4-BE49-F238E27FC236}">
                <a16:creationId xmlns:a16="http://schemas.microsoft.com/office/drawing/2014/main" id="{83F7B03F-5EDA-605B-1A2E-F48896E48939}"/>
              </a:ext>
            </a:extLst>
          </p:cNvPr>
          <p:cNvSpPr>
            <a:spLocks xmlns:a="http://schemas.openxmlformats.org/drawingml/2006/main" noGrp="1"/>
          </p:cNvSpPr>
          <p:nvPr>
            <p:ph idx="14"/>
          </p:nvPr>
        </p:nvSpPr>
        <p:spPr>
          <a:xfrm xmlns:a="http://schemas.openxmlformats.org/drawingml/2006/main">
            <a:off x="4937760" y="549275"/>
            <a:ext cx="6561138" cy="5759450"/>
          </a:xfrm>
        </p:spPr>
        <p:txBody>
          <a:bodyPr xmlns:a="http://schemas.openxmlformats.org/drawingml/2006/main"/>
          <a:lstStyle xmlns:a="http://schemas.openxmlformats.org/drawingml/2006/main">
            <a:lvl1pPr>
              <a:buNone/>
              <a:defRPr>
                <a:solidFill>
                  <a:schemeClr val="tx1"/>
                </a:solidFill>
              </a:defRPr>
            </a:lvl1pPr>
            <a:lvl2pPr>
              <a:buNone/>
              <a:defRPr>
                <a:solidFill>
                  <a:schemeClr val="tx1"/>
                </a:solidFill>
              </a:defRPr>
            </a:lvl2pPr>
            <a:lvl3pPr>
              <a:buNone/>
              <a:defRPr>
                <a:solidFill>
                  <a:schemeClr val="tx1"/>
                </a:solidFill>
              </a:defRPr>
            </a:lvl3pPr>
            <a:lvl4pPr>
              <a:buNone/>
              <a:defRPr>
                <a:solidFill>
                  <a:schemeClr val="tx1"/>
                </a:solidFill>
              </a:defRPr>
            </a:lvl4pPr>
            <a:lvl5pPr>
              <a:buNone/>
              <a:defRPr>
                <a:solidFill>
                  <a:schemeClr val="tx1"/>
                </a:solidFill>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897D0B7E-1A60-DA52-6965-92412B1C2F9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871B9433-C9E5-43C9-BAE0-1C68CE026B28}" type="datetimeFigureOut">
              <a:t>8/17/2026</a:t>
            </a:fld>
            <a:endParaRPr/>
          </a:p>
        </p:txBody>
      </p:sp>
      <p:sp>
        <p:nvSpPr>
          <p:cNvPr id="7" name="Slide Number Placeholder 6">
            <a:extLst xmlns:a="http://schemas.openxmlformats.org/drawingml/2006/main">
              <a:ext uri="{FF2B5EF4-FFF2-40B4-BE49-F238E27FC236}">
                <a16:creationId xmlns:a16="http://schemas.microsoft.com/office/drawing/2014/main" id="{B1B822F1-284A-1786-FAF2-72129E2FE64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9DA42802-E4C8-4D6F-B0D0-53DEA9BE3FA8}" type="slidenum">
              <a:t>‹#›</a:t>
            </a:fld>
            <a:endParaRPr/>
          </a:p>
        </p:txBody>
      </p:sp>
      <p:sp>
        <p:nvSpPr>
          <p:cNvPr id="3" name="Straight Connector 2">
            <a:extLst xmlns:a="http://schemas.openxmlformats.org/drawingml/2006/main">
              <a:ext uri="{FF2B5EF4-FFF2-40B4-BE49-F238E27FC236}">
                <a16:creationId xmlns:a16="http://schemas.microsoft.com/office/drawing/2014/main" id="{4D2CE698-F47E-4ACF-A637-75DAF68A9A76}"/>
              </a:ext>
            </a:extLst>
          </p:cNvPr>
          <p:cNvSpPr>
            <a:spLocks xmlns:a="http://schemas.openxmlformats.org/drawingml/2006/main" noGrp="1"/>
          </p:cNvSpPr>
          <p:nvPr/>
        </p:nvSpPr>
        <p:spPr>
          <a:xfrm xmlns:a="http://schemas.openxmlformats.org/drawingml/2006/main">
            <a:off x="4646117" y="0"/>
            <a:ext cx="0" cy="6858000"/>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Tree>
  </p:cSld>
</p:sldLayout>
</file>

<file path=ppt/slideLayouts/slideLayout18.xml><?xml version="1.0" encoding="utf-8"?>
<p:sldLayout xmlns:p="http://schemas.openxmlformats.org/presentationml/2006/main" showMasterSp="0" preserve="1">
  <p:cSld name="Content with Picture 9">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AF3BB49-A328-F121-7F27-DEB7C3CC2B0F}"/>
              </a:ext>
            </a:extLst>
          </p:cNvPr>
          <p:cNvSpPr>
            <a:spLocks xmlns:a="http://schemas.openxmlformats.org/drawingml/2006/main" noGrp="1"/>
          </p:cNvSpPr>
          <p:nvPr>
            <p:ph type="title" idx="0"/>
          </p:nvPr>
        </p:nvSpPr>
        <p:spPr>
          <a:xfrm xmlns:a="http://schemas.openxmlformats.org/drawingml/2006/main">
            <a:off x="718164" y="559341"/>
            <a:ext cx="10755670" cy="932688"/>
          </a:xfrm>
        </p:spPr>
        <p:txBody>
          <a:bodyPr xmlns:a="http://schemas.openxmlformats.org/drawingml/2006/main" anchor="b"/>
          <a:lstStyle xmlns:a="http://schemas.openxmlformats.org/drawingml/2006/main"/>
          <a:p xmlns:a="http://schemas.openxmlformats.org/drawingml/2006/main">
            <a:r>
              <a:t>Click to edit Master title style</a:t>
            </a:r>
          </a:p>
        </p:txBody>
      </p:sp>
      <p:sp>
        <p:nvSpPr>
          <p:cNvPr id="9" name="Footer Placeholder 5">
            <a:extLst xmlns:a="http://schemas.openxmlformats.org/drawingml/2006/main">
              <a:ext uri="{FF2B5EF4-FFF2-40B4-BE49-F238E27FC236}">
                <a16:creationId xmlns:a16="http://schemas.microsoft.com/office/drawing/2014/main" id="{3C89FBB9-2C05-A4C1-ECB4-D6A5C4219E42}"/>
              </a:ext>
            </a:extLst>
          </p:cNvPr>
          <p:cNvSpPr>
            <a:spLocks xmlns:a="http://schemas.openxmlformats.org/drawingml/2006/main" noGrp="1"/>
          </p:cNvSpPr>
          <p:nvPr>
            <p:ph type="ftr" idx="16"/>
          </p:nvPr>
        </p:nvSpPr>
        <p:spPr>
          <a:xfrm xmlns:a="http://schemas.openxmlformats.org/drawingml/2006/main" rot="16200000" flipH="1">
            <a:off x="-1131161" y="1592957"/>
            <a:ext cx="2973522" cy="365125"/>
          </a:xfr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endParaRPr/>
          </a:p>
        </p:txBody>
      </p:sp>
      <p:sp>
        <p:nvSpPr>
          <p:cNvPr id="3" name="Date Placeholder 4">
            <a:extLst xmlns:a="http://schemas.openxmlformats.org/drawingml/2006/main">
              <a:ext uri="{FF2B5EF4-FFF2-40B4-BE49-F238E27FC236}">
                <a16:creationId xmlns:a16="http://schemas.microsoft.com/office/drawing/2014/main" id="{BBB07A11-50DE-6BC0-0514-6E2C14A47985}"/>
              </a:ext>
            </a:extLst>
          </p:cNvPr>
          <p:cNvSpPr>
            <a:spLocks xmlns:a="http://schemas.openxmlformats.org/drawingml/2006/main" noGrp="1"/>
          </p:cNvSpPr>
          <p:nvPr>
            <p:ph type="dt" idx="15"/>
          </p:nvPr>
        </p:nvSpPr>
        <p:spPr>
          <a:xfrm xmlns:a="http://schemas.openxmlformats.org/drawingml/2006/main" rot="16200000" flipH="1">
            <a:off x="-997746" y="4594946"/>
            <a:ext cx="2706690" cy="365125"/>
          </a:xfrm>
        </p:spPr>
        <p:txBody>
          <a:bodyPr xmlns:a="http://schemas.openxmlformats.org/drawingml/2006/main"/>
          <a:lstStyle xmlns:a="http://schemas.openxmlformats.org/drawingml/2006/main">
            <a:lvl1pPr algn="l">
              <a:buNone/>
              <a:defRPr>
                <a:solidFill>
                  <a:schemeClr val="tx1"/>
                </a:solidFill>
              </a:defRPr>
            </a:lvl1pPr>
          </a:lstStyle>
          <a:p xmlns:a="http://schemas.openxmlformats.org/drawingml/2006/main">
            <a:fld id="{871B9433-C9E5-43C9-BAE0-1C68CE026B28}" type="datetimeFigureOut">
              <a:t>8/17/2026</a:t>
            </a:fld>
            <a:endParaRPr/>
          </a:p>
        </p:txBody>
      </p:sp>
      <p:sp>
        <p:nvSpPr>
          <p:cNvPr id="6" name="Slide Number Placeholder 6">
            <a:extLst xmlns:a="http://schemas.openxmlformats.org/drawingml/2006/main">
              <a:ext uri="{FF2B5EF4-FFF2-40B4-BE49-F238E27FC236}">
                <a16:creationId xmlns:a16="http://schemas.microsoft.com/office/drawing/2014/main" id="{03ED5F49-F9F7-05A9-62AC-C9C8DF2EADE8}"/>
              </a:ext>
            </a:extLst>
          </p:cNvPr>
          <p:cNvSpPr>
            <a:spLocks xmlns:a="http://schemas.openxmlformats.org/drawingml/2006/main" noGrp="1"/>
          </p:cNvSpPr>
          <p:nvPr>
            <p:ph type="sldNum" idx="17"/>
          </p:nvPr>
        </p:nvSpPr>
        <p:spPr>
          <a:xfrm xmlns:a="http://schemas.openxmlformats.org/drawingml/2006/main">
            <a:off x="88569" y="6264201"/>
            <a:ext cx="574620" cy="365125"/>
          </a:xfr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9DA42802-E4C8-4D6F-B0D0-53DEA9BE3FA8}" type="slidenum">
              <a:t>‹#›</a:t>
            </a:fld>
            <a:endParaRPr/>
          </a:p>
        </p:txBody>
      </p:sp>
      <p:sp>
        <p:nvSpPr>
          <p:cNvPr id="8" name="Content Placeholder 7">
            <a:extLst xmlns:a="http://schemas.openxmlformats.org/drawingml/2006/main">
              <a:ext uri="{FF2B5EF4-FFF2-40B4-BE49-F238E27FC236}">
                <a16:creationId xmlns:a16="http://schemas.microsoft.com/office/drawing/2014/main" id="{07755DB3-9272-8E5E-039F-AC14A2C07898}"/>
              </a:ext>
            </a:extLst>
          </p:cNvPr>
          <p:cNvSpPr>
            <a:spLocks xmlns:a="http://schemas.openxmlformats.org/drawingml/2006/main" noGrp="1"/>
          </p:cNvSpPr>
          <p:nvPr>
            <p:ph idx="14"/>
          </p:nvPr>
        </p:nvSpPr>
        <p:spPr>
          <a:xfrm xmlns:a="http://schemas.openxmlformats.org/drawingml/2006/main">
            <a:off x="711200" y="1713652"/>
            <a:ext cx="4387012" cy="4612945"/>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Picture Placeholder 11">
            <a:extLst xmlns:a="http://schemas.openxmlformats.org/drawingml/2006/main">
              <a:ext uri="{FF2B5EF4-FFF2-40B4-BE49-F238E27FC236}">
                <a16:creationId xmlns:a16="http://schemas.microsoft.com/office/drawing/2014/main" id="{96F64025-FA05-CC42-8294-F944BC95DD00}"/>
              </a:ext>
            </a:extLst>
          </p:cNvPr>
          <p:cNvSpPr>
            <a:spLocks xmlns:a="http://schemas.openxmlformats.org/drawingml/2006/main" noGrp="1"/>
          </p:cNvSpPr>
          <p:nvPr>
            <p:ph type="pic" idx="13" hasCustomPrompt="1"/>
          </p:nvPr>
        </p:nvSpPr>
        <p:spPr>
          <a:xfrm xmlns:a="http://schemas.openxmlformats.org/drawingml/2006/main">
            <a:off x="5658927" y="1713653"/>
            <a:ext cx="6533071" cy="5144347"/>
          </a:xfrm>
          <a:custGeom xmlns:a="http://schemas.openxmlformats.org/drawingml/2006/main">
            <a:gdLst>
              <a:gd name="connsiteX0" fmla="*/ 0 w 6460672"/>
              <a:gd name="connsiteY0" fmla="*/ 0 h 5029200"/>
              <a:gd name="connsiteX1" fmla="*/ 6460672 w 6460672"/>
              <a:gd name="connsiteY1" fmla="*/ 0 h 5029200"/>
              <a:gd name="connsiteX2" fmla="*/ 6460672 w 6460672"/>
              <a:gd name="connsiteY2" fmla="*/ 5029200 h 5029200"/>
              <a:gd name="connsiteX3" fmla="*/ 0 w 6460672"/>
              <a:gd name="connsiteY3" fmla="*/ 5029200 h 5029200"/>
            </a:gdLst>
            <a:rect l="l" t="t" r="r" b="b"/>
            <a:pathLst>
              <a:path w="6460672" h="5029200">
                <a:moveTo>
                  <a:pt x="0" y="0"/>
                </a:moveTo>
                <a:lnTo>
                  <a:pt x="6460672" y="0"/>
                </a:lnTo>
                <a:lnTo>
                  <a:pt x="6460672" y="5029200"/>
                </a:lnTo>
                <a:lnTo>
                  <a:pt x="0" y="5029200"/>
                </a:lnTo>
                <a:close/>
              </a:path>
            </a:pathLst>
          </a:custGeom>
          <a:blipFill xmlns:a="http://schemas.openxmlformats.org/drawingml/2006/main">
            <a:blip xmlns:r="http://schemas.openxmlformats.org/officeDocument/2006/relationships" r:embed="R08294fe79a154a6e">
              <a:alphaModFix amt="70000"/>
            </a:blip>
            <a:stretch>
              <a:fillRect l="0" t="0" r="0" b="0"/>
            </a:stretch>
          </a:blipFill>
        </p:spPr>
        <p:txBody>
          <a:bodyPr xmlns:a="http://schemas.openxmlformats.org/drawingml/2006/main" vert="horz" wrap="square" lIns="91440" tIns="45720" rIns="91440" bIns="45720">
            <a:noAutofit/>
          </a:bodyPr>
          <a:lstStyle xmlns:a="http://schemas.openxmlformats.org/drawingml/2006/main">
            <a:lvl1pPr marL="0" indent="0">
              <a:buFont typeface="Arial"/>
              <a:buNone/>
              <a:defRPr/>
            </a:lvl1pPr>
          </a:lstStyle>
          <a:p xmlns:a="http://schemas.openxmlformats.org/drawingml/2006/main">
            <a:pPr marL="285750" lvl="0" indent="-285750">
              <a:buNone/>
            </a:pPr>
            <a:r>
              <a:t> </a:t>
            </a:r>
          </a:p>
        </p:txBody>
      </p:sp>
    </p:spTree>
  </p:cSld>
</p:sldLayout>
</file>

<file path=ppt/slideLayouts/slideLayout19.xml><?xml version="1.0" encoding="utf-8"?>
<p:sldLayout xmlns:p="http://schemas.openxmlformats.org/presentationml/2006/main" showMasterSp="0" preserve="1">
  <p:cSld name="Number Large">
    <p:spTree>
      <p:nvGrpSpPr>
        <p:cNvPr id="1" name=""/>
        <p:cNvGrpSpPr/>
        <p:nvPr/>
      </p:nvGrpSpPr>
      <p:grpSpPr>
        <a:xfrm xmlns:a="http://schemas.openxmlformats.org/drawingml/2006/main"/>
      </p:grpSpPr>
      <p:sp>
        <p:nvSpPr>
          <p:cNvPr id="10" name="Title 9">
            <a:extLst xmlns:a="http://schemas.openxmlformats.org/drawingml/2006/main">
              <a:ext uri="{FF2B5EF4-FFF2-40B4-BE49-F238E27FC236}">
                <a16:creationId xmlns:a16="http://schemas.microsoft.com/office/drawing/2014/main" id="{B7BBF55A-D91F-143D-FBB6-73995F00EAC2}"/>
              </a:ext>
            </a:extLst>
          </p:cNvPr>
          <p:cNvSpPr>
            <a:spLocks xmlns:a="http://schemas.openxmlformats.org/drawingml/2006/main" noGrp="1"/>
          </p:cNvSpPr>
          <p:nvPr>
            <p:ph type="title" idx="0"/>
          </p:nvPr>
        </p:nvSpPr>
        <p:spPr>
          <a:xfrm xmlns:a="http://schemas.openxmlformats.org/drawingml/2006/main">
            <a:off x="2057400" y="4937761"/>
            <a:ext cx="6987537" cy="1353312"/>
          </a:xfrm>
        </p:spPr>
        <p:txBody>
          <a:bodyPr xmlns:a="http://schemas.openxmlformats.org/drawingml/2006/main" anchor="t">
            <a:normAutofit/>
          </a:bodyPr>
          <a:lstStyle xmlns:a="http://schemas.openxmlformats.org/drawingml/2006/main">
            <a:lvl1pPr>
              <a:lnSpc>
                <a:spcPct val="110000"/>
              </a:lnSpc>
              <a:spcBef>
                <a:spcPts val="1000"/>
              </a:spcBef>
              <a:buNone/>
              <a:defRPr sz="2800" cap="none" baseline="0">
                <a:latin typeface="+mn-lt"/>
                <a:ea typeface="+mn-lt"/>
                <a:cs typeface="+mn-lt"/>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5B407A58-3351-E479-1A0C-2FF49FA4270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endParaRPr/>
          </a:p>
        </p:txBody>
      </p:sp>
      <p:sp>
        <p:nvSpPr>
          <p:cNvPr id="9" name="Content Placeholder 8">
            <a:extLst xmlns:a="http://schemas.openxmlformats.org/drawingml/2006/main">
              <a:ext uri="{FF2B5EF4-FFF2-40B4-BE49-F238E27FC236}">
                <a16:creationId xmlns:a16="http://schemas.microsoft.com/office/drawing/2014/main" id="{072A4B4E-0B2F-F1BB-322A-713D1FB5F2FE}"/>
              </a:ext>
            </a:extLst>
          </p:cNvPr>
          <p:cNvSpPr>
            <a:spLocks xmlns:a="http://schemas.openxmlformats.org/drawingml/2006/main" noGrp="1"/>
          </p:cNvSpPr>
          <p:nvPr>
            <p:ph idx="13" hasCustomPrompt="1"/>
          </p:nvPr>
        </p:nvSpPr>
        <p:spPr>
          <a:xfrm xmlns:a="http://schemas.openxmlformats.org/drawingml/2006/main">
            <a:off x="2057400" y="549021"/>
            <a:ext cx="9455150" cy="4333875"/>
          </a:xfrm>
        </p:spPr>
        <p:txBody>
          <a:bodyPr xmlns:a="http://schemas.openxmlformats.org/drawingml/2006/main" anchor="b">
            <a:normAutofit/>
          </a:bodyPr>
          <a:lstStyle xmlns:a="http://schemas.openxmlformats.org/drawingml/2006/main">
            <a:lvl1pPr>
              <a:buNone/>
              <a:defRPr sz="23200">
                <a:latin typeface="+mj-lt"/>
                <a:ea typeface="+mj-lt"/>
                <a:cs typeface="+mj-lt"/>
              </a:defRPr>
            </a:lvl1pPr>
          </a:lstStyle>
          <a:p xmlns:a="http://schemas.openxmlformats.org/drawingml/2006/main">
            <a:pPr lvl="0">
              <a:buNone/>
            </a:pPr>
            <a:r>
              <a:t>##%</a:t>
            </a:r>
          </a:p>
        </p:txBody>
      </p:sp>
      <p:sp>
        <p:nvSpPr>
          <p:cNvPr id="4" name="Date Placeholder 3">
            <a:extLst xmlns:a="http://schemas.openxmlformats.org/drawingml/2006/main">
              <a:ext uri="{FF2B5EF4-FFF2-40B4-BE49-F238E27FC236}">
                <a16:creationId xmlns:a16="http://schemas.microsoft.com/office/drawing/2014/main" id="{EAE2DAFA-435E-AAF9-8B67-495E5AFDCD9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871B9433-C9E5-43C9-BAE0-1C68CE026B28}" type="datetimeFigureOut">
              <a:t>8/17/2026</a:t>
            </a:fld>
            <a:endParaRPr/>
          </a:p>
        </p:txBody>
      </p:sp>
      <p:sp>
        <p:nvSpPr>
          <p:cNvPr id="6" name="Slide Number Placeholder 5">
            <a:extLst xmlns:a="http://schemas.openxmlformats.org/drawingml/2006/main">
              <a:ext uri="{FF2B5EF4-FFF2-40B4-BE49-F238E27FC236}">
                <a16:creationId xmlns:a16="http://schemas.microsoft.com/office/drawing/2014/main" id="{81789E10-2433-2ECB-9C92-571B583A4CF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9DA42802-E4C8-4D6F-B0D0-53DEA9BE3FA8}" type="slidenum">
              <a:t>‹#›</a:t>
            </a:fld>
            <a:endParaRPr/>
          </a:p>
        </p:txBody>
      </p:sp>
      <p:sp>
        <p:nvSpPr>
          <p:cNvPr id="7" name="Straight Connector 6">
            <a:extLst xmlns:a="http://schemas.openxmlformats.org/drawingml/2006/main">
              <a:ext uri="{FF2B5EF4-FFF2-40B4-BE49-F238E27FC236}">
                <a16:creationId xmlns:a16="http://schemas.microsoft.com/office/drawing/2014/main" id="{E5454992-CEE6-449C-8C40-B607E551E5FD}"/>
              </a:ext>
            </a:extLst>
          </p:cNvPr>
          <p:cNvSpPr>
            <a:spLocks xmlns:a="http://schemas.openxmlformats.org/drawingml/2006/main" noGrp="1"/>
          </p:cNvSpPr>
          <p:nvPr/>
        </p:nvSpPr>
        <p:spPr>
          <a:xfrm xmlns:a="http://schemas.openxmlformats.org/drawingml/2006/main" flipV="1">
            <a:off x="1371600" y="0"/>
            <a:ext cx="0" cy="6858000"/>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Tree>
  </p:cSld>
</p:sldLayout>
</file>

<file path=ppt/slideLayouts/slideLayout20.xml><?xml version="1.0" encoding="utf-8"?>
<p:sldLayout xmlns:p="http://schemas.openxmlformats.org/presentationml/2006/main" showMasterSp="0" preserve="1">
  <p:cSld name="Statem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7221EB5-8556-FBD7-00D5-D69AC8E7E73A}"/>
              </a:ext>
            </a:extLst>
          </p:cNvPr>
          <p:cNvSpPr>
            <a:spLocks xmlns:a="http://schemas.openxmlformats.org/drawingml/2006/main" noGrp="1"/>
          </p:cNvSpPr>
          <p:nvPr>
            <p:ph type="title" idx="0" hasCustomPrompt="1"/>
          </p:nvPr>
        </p:nvSpPr>
        <p:spPr>
          <a:xfrm xmlns:a="http://schemas.openxmlformats.org/drawingml/2006/main">
            <a:off x="612648" y="-1228126"/>
            <a:ext cx="10652760" cy="1133856"/>
          </a:xfrm>
        </p:spPr>
        <p:txBody>
          <a:bodyPr xmlns:a="http://schemas.openxmlformats.org/drawingml/2006/main"/>
          <a:lstStyle xmlns:a="http://schemas.openxmlformats.org/drawingml/2006/main">
            <a:lvl1pPr>
              <a:buNone/>
              <a:defRPr cap="none" baseline="0">
                <a:solidFill>
                  <a:schemeClr val="tx1"/>
                </a:solidFill>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3D56E87B-2252-4382-E6E7-15A81BCC802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endParaRPr/>
          </a:p>
        </p:txBody>
      </p:sp>
      <p:sp>
        <p:nvSpPr>
          <p:cNvPr id="7" name="Content Placeholder 6">
            <a:extLst xmlns:a="http://schemas.openxmlformats.org/drawingml/2006/main">
              <a:ext uri="{FF2B5EF4-FFF2-40B4-BE49-F238E27FC236}">
                <a16:creationId xmlns:a16="http://schemas.microsoft.com/office/drawing/2014/main" id="{EAA4897F-B66E-DAD4-F56C-6152B417CC54}"/>
              </a:ext>
            </a:extLst>
          </p:cNvPr>
          <p:cNvSpPr>
            <a:spLocks xmlns:a="http://schemas.openxmlformats.org/drawingml/2006/main" noGrp="1"/>
          </p:cNvSpPr>
          <p:nvPr>
            <p:ph idx="13" hasCustomPrompt="1"/>
          </p:nvPr>
        </p:nvSpPr>
        <p:spPr>
          <a:xfrm xmlns:a="http://schemas.openxmlformats.org/drawingml/2006/main">
            <a:off x="2624138" y="2268748"/>
            <a:ext cx="6943724" cy="3954255"/>
          </a:xfrm>
        </p:spPr>
        <p:txBody>
          <a:bodyPr xmlns:a="http://schemas.openxmlformats.org/drawingml/2006/main" anchor="ctr">
            <a:noAutofit/>
          </a:bodyPr>
          <a:lstStyle xmlns:a="http://schemas.openxmlformats.org/drawingml/2006/main">
            <a:lvl1pPr marL="0" indent="0" algn="ctr">
              <a:lnSpc>
                <a:spcPct val="110000"/>
              </a:lnSpc>
              <a:buNone/>
              <a:defRPr sz="4400" b="0" cap="all" baseline="0">
                <a:solidFill>
                  <a:schemeClr val="tx1"/>
                </a:solidFill>
              </a:defRPr>
            </a:lvl1pPr>
            <a:lvl2pPr marL="228600" indent="0" algn="ctr">
              <a:lnSpc>
                <a:spcPct val="110000"/>
              </a:lnSpc>
              <a:buNone/>
              <a:defRPr sz="4400" b="0" cap="all" baseline="0">
                <a:solidFill>
                  <a:schemeClr val="tx1"/>
                </a:solidFill>
              </a:defRPr>
            </a:lvl2pPr>
            <a:lvl3pPr marL="457200" indent="0" algn="ctr">
              <a:lnSpc>
                <a:spcPct val="110000"/>
              </a:lnSpc>
              <a:buNone/>
              <a:defRPr sz="4400" b="0" cap="all" baseline="0">
                <a:solidFill>
                  <a:schemeClr val="tx1"/>
                </a:solidFill>
              </a:defRPr>
            </a:lvl3pPr>
            <a:lvl4pPr marL="685800" indent="0" algn="ctr">
              <a:lnSpc>
                <a:spcPct val="110000"/>
              </a:lnSpc>
              <a:buNone/>
              <a:defRPr sz="4400" b="0" cap="all" baseline="0">
                <a:solidFill>
                  <a:schemeClr val="tx1"/>
                </a:solidFill>
              </a:defRPr>
            </a:lvl4pPr>
            <a:lvl5pPr marL="914400" indent="0" algn="ctr">
              <a:lnSpc>
                <a:spcPct val="110000"/>
              </a:lnSpc>
              <a:buNone/>
              <a:defRPr sz="4400" b="0" cap="all" baseline="0">
                <a:solidFill>
                  <a:schemeClr val="tx1"/>
                </a:solidFill>
              </a:defRPr>
            </a:lvl5pPr>
          </a:lstStyle>
          <a:p xmlns:a="http://schemas.openxmlformats.org/drawingml/2006/main">
            <a:pPr lvl="0">
              <a:buNone/>
            </a:pPr>
            <a:r>
              <a:t>Click to add Statement</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3" name="Date Placeholder 2">
            <a:extLst xmlns:a="http://schemas.openxmlformats.org/drawingml/2006/main">
              <a:ext uri="{FF2B5EF4-FFF2-40B4-BE49-F238E27FC236}">
                <a16:creationId xmlns:a16="http://schemas.microsoft.com/office/drawing/2014/main" id="{67F688C7-1128-9027-65E4-A17BBE7DDDF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871B9433-C9E5-43C9-BAE0-1C68CE026B28}" type="datetimeFigureOut">
              <a:t>8/17/2026</a:t>
            </a:fld>
            <a:endParaRPr/>
          </a:p>
        </p:txBody>
      </p:sp>
      <p:sp>
        <p:nvSpPr>
          <p:cNvPr id="5" name="Slide Number Placeholder 4">
            <a:extLst xmlns:a="http://schemas.openxmlformats.org/drawingml/2006/main">
              <a:ext uri="{FF2B5EF4-FFF2-40B4-BE49-F238E27FC236}">
                <a16:creationId xmlns:a16="http://schemas.microsoft.com/office/drawing/2014/main" id="{8C1C6A68-1AC4-7B10-CD66-D67327434E6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9DA42802-E4C8-4D6F-B0D0-53DEA9BE3FA8}" type="slidenum">
              <a:t>‹#›</a:t>
            </a:fld>
            <a:endParaRPr/>
          </a:p>
        </p:txBody>
      </p:sp>
      <p:sp>
        <p:nvSpPr>
          <p:cNvPr id="6" name="Freeform: Shape 15">
            <a:extLst xmlns:a="http://schemas.openxmlformats.org/drawingml/2006/main">
              <a:ext uri="{FF2B5EF4-FFF2-40B4-BE49-F238E27FC236}">
                <a16:creationId xmlns:a16="http://schemas.microsoft.com/office/drawing/2014/main" id="{8EFA7EFC-C6F9-B1D5-025F-824C1CE9A204}"/>
              </a:ext>
            </a:extLst>
          </p:cNvPr>
          <p:cNvSpPr>
            <a:spLocks xmlns:a="http://schemas.openxmlformats.org/drawingml/2006/main" noGrp="1"/>
          </p:cNvSpPr>
          <p:nvPr/>
        </p:nvSpPr>
        <p:spPr>
          <a:xfrm xmlns:a="http://schemas.openxmlformats.org/drawingml/2006/main" rot="16200000">
            <a:off x="3057205" y="-1430380"/>
            <a:ext cx="6077590" cy="10510705"/>
          </a:xfrm>
          <a:custGeom xmlns:a="http://schemas.openxmlformats.org/drawingml/2006/main">
            <a:gdLst>
              <a:gd name="connsiteX0" fmla="*/ 5325805 w 5325805"/>
              <a:gd name="connsiteY0" fmla="*/ 2714782 h 5429563"/>
              <a:gd name="connsiteX1" fmla="*/ 2611024 w 5325805"/>
              <a:gd name="connsiteY1" fmla="*/ 5429563 h 5429563"/>
              <a:gd name="connsiteX2" fmla="*/ 1942188 w 5325805"/>
              <a:gd name="connsiteY2" fmla="*/ 5429563 h 5429563"/>
              <a:gd name="connsiteX3" fmla="*/ 668836 w 5325805"/>
              <a:gd name="connsiteY3" fmla="*/ 5429563 h 5429563"/>
              <a:gd name="connsiteX4" fmla="*/ 0 w 5325805"/>
              <a:gd name="connsiteY4" fmla="*/ 5429563 h 5429563"/>
              <a:gd name="connsiteX5" fmla="*/ 0 w 5325805"/>
              <a:gd name="connsiteY5" fmla="*/ 0 h 5429563"/>
              <a:gd name="connsiteX6" fmla="*/ 668836 w 5325805"/>
              <a:gd name="connsiteY6" fmla="*/ 0 h 5429563"/>
              <a:gd name="connsiteX7" fmla="*/ 1942188 w 5325805"/>
              <a:gd name="connsiteY7" fmla="*/ 0 h 5429563"/>
              <a:gd name="connsiteX8" fmla="*/ 2611024 w 5325805"/>
              <a:gd name="connsiteY8" fmla="*/ 0 h 5429563"/>
              <a:gd name="connsiteX9" fmla="*/ 5325805 w 5325805"/>
              <a:gd name="connsiteY9" fmla="*/ 2714782 h 5429563"/>
              <a:gd name="connsiteX0" fmla="*/ 668836 w 5325805"/>
              <a:gd name="connsiteY0" fmla="*/ 5429563 h 5476799"/>
              <a:gd name="connsiteX1" fmla="*/ 0 w 5325805"/>
              <a:gd name="connsiteY1" fmla="*/ 5429563 h 5476799"/>
              <a:gd name="connsiteX2" fmla="*/ 0 w 5325805"/>
              <a:gd name="connsiteY2" fmla="*/ 0 h 5476799"/>
              <a:gd name="connsiteX3" fmla="*/ 668836 w 5325805"/>
              <a:gd name="connsiteY3" fmla="*/ 0 h 5476799"/>
              <a:gd name="connsiteX4" fmla="*/ 1942188 w 5325805"/>
              <a:gd name="connsiteY4" fmla="*/ 0 h 5476799"/>
              <a:gd name="connsiteX5" fmla="*/ 2611024 w 5325805"/>
              <a:gd name="connsiteY5" fmla="*/ 0 h 5476799"/>
              <a:gd name="connsiteX6" fmla="*/ 5325805 w 5325805"/>
              <a:gd name="connsiteY6" fmla="*/ 2714782 h 5476799"/>
              <a:gd name="connsiteX7" fmla="*/ 2611024 w 5325805"/>
              <a:gd name="connsiteY7" fmla="*/ 5429563 h 5476799"/>
              <a:gd name="connsiteX8" fmla="*/ 1942188 w 5325805"/>
              <a:gd name="connsiteY8" fmla="*/ 5429563 h 5476799"/>
              <a:gd name="connsiteX9" fmla="*/ 716072 w 5325805"/>
              <a:gd name="connsiteY9" fmla="*/ 5476799 h 5476799"/>
              <a:gd name="connsiteX0" fmla="*/ 668836 w 5325805"/>
              <a:gd name="connsiteY0" fmla="*/ 5429563 h 5429563"/>
              <a:gd name="connsiteX1" fmla="*/ 0 w 5325805"/>
              <a:gd name="connsiteY1" fmla="*/ 5429563 h 5429563"/>
              <a:gd name="connsiteX2" fmla="*/ 0 w 5325805"/>
              <a:gd name="connsiteY2" fmla="*/ 0 h 5429563"/>
              <a:gd name="connsiteX3" fmla="*/ 668836 w 5325805"/>
              <a:gd name="connsiteY3" fmla="*/ 0 h 5429563"/>
              <a:gd name="connsiteX4" fmla="*/ 1942188 w 5325805"/>
              <a:gd name="connsiteY4" fmla="*/ 0 h 5429563"/>
              <a:gd name="connsiteX5" fmla="*/ 2611024 w 5325805"/>
              <a:gd name="connsiteY5" fmla="*/ 0 h 5429563"/>
              <a:gd name="connsiteX6" fmla="*/ 5325805 w 5325805"/>
              <a:gd name="connsiteY6" fmla="*/ 2714782 h 5429563"/>
              <a:gd name="connsiteX7" fmla="*/ 2611024 w 5325805"/>
              <a:gd name="connsiteY7" fmla="*/ 5429563 h 5429563"/>
              <a:gd name="connsiteX8" fmla="*/ 1942188 w 5325805"/>
              <a:gd name="connsiteY8" fmla="*/ 5429563 h 5429563"/>
              <a:gd name="connsiteX0" fmla="*/ 0 w 5325805"/>
              <a:gd name="connsiteY0" fmla="*/ 5429563 h 5429563"/>
              <a:gd name="connsiteX1" fmla="*/ 0 w 5325805"/>
              <a:gd name="connsiteY1" fmla="*/ 0 h 5429563"/>
              <a:gd name="connsiteX2" fmla="*/ 668836 w 5325805"/>
              <a:gd name="connsiteY2" fmla="*/ 0 h 5429563"/>
              <a:gd name="connsiteX3" fmla="*/ 1942188 w 5325805"/>
              <a:gd name="connsiteY3" fmla="*/ 0 h 5429563"/>
              <a:gd name="connsiteX4" fmla="*/ 2611024 w 5325805"/>
              <a:gd name="connsiteY4" fmla="*/ 0 h 5429563"/>
              <a:gd name="connsiteX5" fmla="*/ 5325805 w 5325805"/>
              <a:gd name="connsiteY5" fmla="*/ 2714782 h 5429563"/>
              <a:gd name="connsiteX6" fmla="*/ 2611024 w 5325805"/>
              <a:gd name="connsiteY6" fmla="*/ 5429563 h 5429563"/>
              <a:gd name="connsiteX7" fmla="*/ 1942188 w 5325805"/>
              <a:gd name="connsiteY7" fmla="*/ 5429563 h 5429563"/>
              <a:gd name="connsiteX0" fmla="*/ 0 w 5325805"/>
              <a:gd name="connsiteY0" fmla="*/ 0 h 5429563"/>
              <a:gd name="connsiteX1" fmla="*/ 668836 w 5325805"/>
              <a:gd name="connsiteY1" fmla="*/ 0 h 5429563"/>
              <a:gd name="connsiteX2" fmla="*/ 1942188 w 5325805"/>
              <a:gd name="connsiteY2" fmla="*/ 0 h 5429563"/>
              <a:gd name="connsiteX3" fmla="*/ 2611024 w 5325805"/>
              <a:gd name="connsiteY3" fmla="*/ 0 h 5429563"/>
              <a:gd name="connsiteX4" fmla="*/ 5325805 w 5325805"/>
              <a:gd name="connsiteY4" fmla="*/ 2714782 h 5429563"/>
              <a:gd name="connsiteX5" fmla="*/ 2611024 w 5325805"/>
              <a:gd name="connsiteY5" fmla="*/ 5429563 h 5429563"/>
              <a:gd name="connsiteX6" fmla="*/ 1942188 w 5325805"/>
              <a:gd name="connsiteY6" fmla="*/ 5429563 h 5429563"/>
              <a:gd name="connsiteX0" fmla="*/ 0 w 4656969"/>
              <a:gd name="connsiteY0" fmla="*/ 0 h 5429563"/>
              <a:gd name="connsiteX1" fmla="*/ 1273352 w 4656969"/>
              <a:gd name="connsiteY1" fmla="*/ 0 h 5429563"/>
              <a:gd name="connsiteX2" fmla="*/ 1942188 w 4656969"/>
              <a:gd name="connsiteY2" fmla="*/ 0 h 5429563"/>
              <a:gd name="connsiteX3" fmla="*/ 4656969 w 4656969"/>
              <a:gd name="connsiteY3" fmla="*/ 2714782 h 5429563"/>
              <a:gd name="connsiteX4" fmla="*/ 1942188 w 4656969"/>
              <a:gd name="connsiteY4" fmla="*/ 5429563 h 5429563"/>
              <a:gd name="connsiteX5" fmla="*/ 1273352 w 4656969"/>
              <a:gd name="connsiteY5" fmla="*/ 5429563 h 5429563"/>
              <a:gd name="connsiteX0" fmla="*/ 0 w 3383617"/>
              <a:gd name="connsiteY0" fmla="*/ 0 h 5429563"/>
              <a:gd name="connsiteX1" fmla="*/ 668836 w 3383617"/>
              <a:gd name="connsiteY1" fmla="*/ 0 h 5429563"/>
              <a:gd name="connsiteX2" fmla="*/ 3383617 w 3383617"/>
              <a:gd name="connsiteY2" fmla="*/ 2714782 h 5429563"/>
              <a:gd name="connsiteX3" fmla="*/ 668836 w 3383617"/>
              <a:gd name="connsiteY3" fmla="*/ 5429563 h 5429563"/>
              <a:gd name="connsiteX4" fmla="*/ 0 w 3383617"/>
              <a:gd name="connsiteY4" fmla="*/ 5429563 h 5429563"/>
              <a:gd name="connsiteX0" fmla="*/ 0 w 3383617"/>
              <a:gd name="connsiteY0" fmla="*/ 0 h 5429563"/>
              <a:gd name="connsiteX1" fmla="*/ 248198 w 3383617"/>
              <a:gd name="connsiteY1" fmla="*/ 41 h 5429563"/>
              <a:gd name="connsiteX2" fmla="*/ 668836 w 3383617"/>
              <a:gd name="connsiteY2" fmla="*/ 0 h 5429563"/>
              <a:gd name="connsiteX3" fmla="*/ 3383617 w 3383617"/>
              <a:gd name="connsiteY3" fmla="*/ 2714782 h 5429563"/>
              <a:gd name="connsiteX4" fmla="*/ 668836 w 3383617"/>
              <a:gd name="connsiteY4" fmla="*/ 5429563 h 5429563"/>
              <a:gd name="connsiteX5" fmla="*/ 0 w 3383617"/>
              <a:gd name="connsiteY5" fmla="*/ 5429563 h 5429563"/>
              <a:gd name="connsiteX0" fmla="*/ 248198 w 3383617"/>
              <a:gd name="connsiteY0" fmla="*/ 41 h 5429563"/>
              <a:gd name="connsiteX1" fmla="*/ 668836 w 3383617"/>
              <a:gd name="connsiteY1" fmla="*/ 0 h 5429563"/>
              <a:gd name="connsiteX2" fmla="*/ 3383617 w 3383617"/>
              <a:gd name="connsiteY2" fmla="*/ 2714782 h 5429563"/>
              <a:gd name="connsiteX3" fmla="*/ 668836 w 3383617"/>
              <a:gd name="connsiteY3" fmla="*/ 5429563 h 5429563"/>
              <a:gd name="connsiteX4" fmla="*/ 0 w 3383617"/>
              <a:gd name="connsiteY4" fmla="*/ 5429563 h 5429563"/>
              <a:gd name="connsiteX0" fmla="*/ 4110 w 3139529"/>
              <a:gd name="connsiteY0" fmla="*/ 41 h 5429563"/>
              <a:gd name="connsiteX1" fmla="*/ 424748 w 3139529"/>
              <a:gd name="connsiteY1" fmla="*/ 0 h 5429563"/>
              <a:gd name="connsiteX2" fmla="*/ 3139529 w 3139529"/>
              <a:gd name="connsiteY2" fmla="*/ 2714782 h 5429563"/>
              <a:gd name="connsiteX3" fmla="*/ 424748 w 3139529"/>
              <a:gd name="connsiteY3" fmla="*/ 5429563 h 5429563"/>
              <a:gd name="connsiteX4" fmla="*/ 0 w 3139529"/>
              <a:gd name="connsiteY4" fmla="*/ 5429563 h 5429563"/>
            </a:gdLst>
            <a:rect l="l" t="t" r="r" b="b"/>
            <a:pathLst>
              <a:path w="3139529" h="5429563">
                <a:moveTo>
                  <a:pt x="4110" y="41"/>
                </a:moveTo>
                <a:lnTo>
                  <a:pt x="424748" y="0"/>
                </a:lnTo>
                <a:cubicBezTo>
                  <a:pt x="1924080" y="0"/>
                  <a:pt x="3139529" y="1215450"/>
                  <a:pt x="3139529" y="2714782"/>
                </a:cubicBezTo>
                <a:cubicBezTo>
                  <a:pt x="3139529" y="4214114"/>
                  <a:pt x="1924080" y="5429563"/>
                  <a:pt x="424748" y="5429563"/>
                </a:cubicBezTo>
                <a:lnTo>
                  <a:pt x="0" y="5429563"/>
                </a:lnTo>
              </a:path>
            </a:pathLst>
          </a:custGeom>
          <a:noFill xmlns:a="http://schemas.openxmlformats.org/drawingml/2006/main"/>
          <a:ln xmlns:a="http://schemas.openxmlformats.org/drawingml/2006/main" w="6350">
            <a:solidFill>
              <a:schemeClr val="tx1"/>
            </a:solid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wrap="square" anchor="ctr">
            <a:noAutofit/>
          </a:bodyPr>
          <a:lstStyle xmlns:a="http://schemas.openxmlformats.org/drawingml/2006/main"/>
          <a:p xmlns:a="http://schemas.openxmlformats.org/drawingml/2006/main">
            <a:pPr algn="ctr">
              <a:buNone/>
            </a:pPr>
            <a:endParaRPr>
              <a:solidFill>
                <a:schemeClr val="tx1"/>
              </a:solidFill>
            </a:endParaRPr>
          </a:p>
        </p:txBody>
      </p:sp>
    </p:spTree>
  </p:cSld>
</p:sldLayout>
</file>

<file path=ppt/slideLayouts/slideLayout21.xml><?xml version="1.0" encoding="utf-8"?>
<p:sldLayout xmlns:p="http://schemas.openxmlformats.org/presentationml/2006/main" showMasterSp="0" preserve="1">
  <p:cSld name="Quote">
    <p:spTree>
      <p:nvGrpSpPr>
        <p:cNvPr id="1" name=""/>
        <p:cNvGrpSpPr/>
        <p:nvPr/>
      </p:nvGrpSpPr>
      <p:grpSpPr>
        <a:xfrm xmlns:a="http://schemas.openxmlformats.org/drawingml/2006/main"/>
      </p:grpSpPr>
      <p:sp>
        <p:nvSpPr>
          <p:cNvPr id="10" name="Title 9">
            <a:extLst xmlns:a="http://schemas.openxmlformats.org/drawingml/2006/main">
              <a:ext uri="{FF2B5EF4-FFF2-40B4-BE49-F238E27FC236}">
                <a16:creationId xmlns:a16="http://schemas.microsoft.com/office/drawing/2014/main" id="{16D87B9B-22A3-322E-B7E8-223255AD0957}"/>
              </a:ext>
            </a:extLst>
          </p:cNvPr>
          <p:cNvSpPr>
            <a:spLocks xmlns:a="http://schemas.openxmlformats.org/drawingml/2006/main" noGrp="1"/>
          </p:cNvSpPr>
          <p:nvPr>
            <p:ph type="title" idx="0" hasCustomPrompt="1"/>
          </p:nvPr>
        </p:nvSpPr>
        <p:spPr>
          <a:xfrm xmlns:a="http://schemas.openxmlformats.org/drawingml/2006/main">
            <a:off x="2940168" y="5669280"/>
            <a:ext cx="6311664" cy="466344"/>
          </a:xfrm>
        </p:spPr>
        <p:txBody>
          <a:bodyPr xmlns:a="http://schemas.openxmlformats.org/drawingml/2006/main" anchor="ctr">
            <a:normAutofit/>
          </a:bodyPr>
          <a:lstStyle xmlns:a="http://schemas.openxmlformats.org/drawingml/2006/main">
            <a:lvl1pPr algn="ctr">
              <a:lnSpc>
                <a:spcPct val="110000"/>
              </a:lnSpc>
              <a:spcBef>
                <a:spcPts val="1000"/>
              </a:spcBef>
              <a:buNone/>
              <a:defRPr sz="1800" cap="all" baseline="0">
                <a:latin typeface="+mn-lt"/>
                <a:ea typeface="+mn-lt"/>
                <a:cs typeface="+mn-lt"/>
              </a:defRPr>
            </a:lvl1pPr>
          </a:lstStyle>
          <a:p xmlns:a="http://schemas.openxmlformats.org/drawingml/2006/main">
            <a:r>
              <a:t>Quote Author</a:t>
            </a:r>
          </a:p>
        </p:txBody>
      </p:sp>
      <p:sp>
        <p:nvSpPr>
          <p:cNvPr id="5" name="Footer Placeholder 4">
            <a:extLst xmlns:a="http://schemas.openxmlformats.org/drawingml/2006/main">
              <a:ext uri="{FF2B5EF4-FFF2-40B4-BE49-F238E27FC236}">
                <a16:creationId xmlns:a16="http://schemas.microsoft.com/office/drawing/2014/main" id="{5B407A58-3351-E479-1A0C-2FF49FA4270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endParaRPr/>
          </a:p>
        </p:txBody>
      </p:sp>
      <p:sp>
        <p:nvSpPr>
          <p:cNvPr id="8" name="Content Placeholder 8">
            <a:extLst xmlns:a="http://schemas.openxmlformats.org/drawingml/2006/main">
              <a:ext uri="{FF2B5EF4-FFF2-40B4-BE49-F238E27FC236}">
                <a16:creationId xmlns:a16="http://schemas.microsoft.com/office/drawing/2014/main" id="{6A9BC83F-8FE5-5223-2B3A-6E122D336309}"/>
              </a:ext>
            </a:extLst>
          </p:cNvPr>
          <p:cNvSpPr>
            <a:spLocks xmlns:a="http://schemas.openxmlformats.org/drawingml/2006/main" noGrp="1"/>
          </p:cNvSpPr>
          <p:nvPr>
            <p:ph idx="13" hasCustomPrompt="1"/>
          </p:nvPr>
        </p:nvSpPr>
        <p:spPr>
          <a:xfrm xmlns:a="http://schemas.openxmlformats.org/drawingml/2006/main">
            <a:off x="2597135" y="1744578"/>
            <a:ext cx="6997730" cy="3507906"/>
          </a:xfrm>
        </p:spPr>
        <p:txBody>
          <a:bodyPr xmlns:a="http://schemas.openxmlformats.org/drawingml/2006/main" anchor="b">
            <a:normAutofit/>
          </a:bodyPr>
          <a:lstStyle xmlns:a="http://schemas.openxmlformats.org/drawingml/2006/main">
            <a:lvl1pPr algn="ctr">
              <a:lnSpc>
                <a:spcPct val="100000"/>
              </a:lnSpc>
              <a:spcBef>
                <a:spcPts val="0"/>
              </a:spcBef>
              <a:buNone/>
              <a:defRPr sz="6000" cap="all" baseline="0">
                <a:latin typeface="+mn-lt"/>
                <a:ea typeface="+mn-lt"/>
                <a:cs typeface="+mn-lt"/>
              </a:defRPr>
            </a:lvl1pPr>
          </a:lstStyle>
          <a:p xmlns:a="http://schemas.openxmlformats.org/drawingml/2006/main">
            <a:pPr lvl="0">
              <a:buNone/>
            </a:pPr>
            <a:r>
              <a:t>Click to add Quote</a:t>
            </a:r>
          </a:p>
        </p:txBody>
      </p:sp>
      <p:sp>
        <p:nvSpPr>
          <p:cNvPr id="9" name="Freeform: Shape 15">
            <a:extLst xmlns:a="http://schemas.openxmlformats.org/drawingml/2006/main">
              <a:ext uri="{FF2B5EF4-FFF2-40B4-BE49-F238E27FC236}">
                <a16:creationId xmlns:a16="http://schemas.microsoft.com/office/drawing/2014/main" id="{9F353A57-FA3C-A68C-4908-E774A52CB1B6}"/>
              </a:ext>
            </a:extLst>
          </p:cNvPr>
          <p:cNvSpPr>
            <a:spLocks xmlns:a="http://schemas.openxmlformats.org/drawingml/2006/main" noGrp="1"/>
          </p:cNvSpPr>
          <p:nvPr/>
        </p:nvSpPr>
        <p:spPr>
          <a:xfrm xmlns:a="http://schemas.openxmlformats.org/drawingml/2006/main" rot="16200000">
            <a:off x="2811380" y="-1681974"/>
            <a:ext cx="6569242" cy="10510705"/>
          </a:xfrm>
          <a:custGeom xmlns:a="http://schemas.openxmlformats.org/drawingml/2006/main">
            <a:gdLst>
              <a:gd name="connsiteX0" fmla="*/ 5325805 w 5325805"/>
              <a:gd name="connsiteY0" fmla="*/ 2714782 h 5429563"/>
              <a:gd name="connsiteX1" fmla="*/ 2611024 w 5325805"/>
              <a:gd name="connsiteY1" fmla="*/ 5429563 h 5429563"/>
              <a:gd name="connsiteX2" fmla="*/ 1942188 w 5325805"/>
              <a:gd name="connsiteY2" fmla="*/ 5429563 h 5429563"/>
              <a:gd name="connsiteX3" fmla="*/ 668836 w 5325805"/>
              <a:gd name="connsiteY3" fmla="*/ 5429563 h 5429563"/>
              <a:gd name="connsiteX4" fmla="*/ 0 w 5325805"/>
              <a:gd name="connsiteY4" fmla="*/ 5429563 h 5429563"/>
              <a:gd name="connsiteX5" fmla="*/ 0 w 5325805"/>
              <a:gd name="connsiteY5" fmla="*/ 0 h 5429563"/>
              <a:gd name="connsiteX6" fmla="*/ 668836 w 5325805"/>
              <a:gd name="connsiteY6" fmla="*/ 0 h 5429563"/>
              <a:gd name="connsiteX7" fmla="*/ 1942188 w 5325805"/>
              <a:gd name="connsiteY7" fmla="*/ 0 h 5429563"/>
              <a:gd name="connsiteX8" fmla="*/ 2611024 w 5325805"/>
              <a:gd name="connsiteY8" fmla="*/ 0 h 5429563"/>
              <a:gd name="connsiteX9" fmla="*/ 5325805 w 5325805"/>
              <a:gd name="connsiteY9" fmla="*/ 2714782 h 5429563"/>
              <a:gd name="connsiteX0" fmla="*/ 668836 w 5325805"/>
              <a:gd name="connsiteY0" fmla="*/ 5429563 h 5476799"/>
              <a:gd name="connsiteX1" fmla="*/ 0 w 5325805"/>
              <a:gd name="connsiteY1" fmla="*/ 5429563 h 5476799"/>
              <a:gd name="connsiteX2" fmla="*/ 0 w 5325805"/>
              <a:gd name="connsiteY2" fmla="*/ 0 h 5476799"/>
              <a:gd name="connsiteX3" fmla="*/ 668836 w 5325805"/>
              <a:gd name="connsiteY3" fmla="*/ 0 h 5476799"/>
              <a:gd name="connsiteX4" fmla="*/ 1942188 w 5325805"/>
              <a:gd name="connsiteY4" fmla="*/ 0 h 5476799"/>
              <a:gd name="connsiteX5" fmla="*/ 2611024 w 5325805"/>
              <a:gd name="connsiteY5" fmla="*/ 0 h 5476799"/>
              <a:gd name="connsiteX6" fmla="*/ 5325805 w 5325805"/>
              <a:gd name="connsiteY6" fmla="*/ 2714782 h 5476799"/>
              <a:gd name="connsiteX7" fmla="*/ 2611024 w 5325805"/>
              <a:gd name="connsiteY7" fmla="*/ 5429563 h 5476799"/>
              <a:gd name="connsiteX8" fmla="*/ 1942188 w 5325805"/>
              <a:gd name="connsiteY8" fmla="*/ 5429563 h 5476799"/>
              <a:gd name="connsiteX9" fmla="*/ 716072 w 5325805"/>
              <a:gd name="connsiteY9" fmla="*/ 5476799 h 5476799"/>
              <a:gd name="connsiteX0" fmla="*/ 668836 w 5325805"/>
              <a:gd name="connsiteY0" fmla="*/ 5429563 h 5429563"/>
              <a:gd name="connsiteX1" fmla="*/ 0 w 5325805"/>
              <a:gd name="connsiteY1" fmla="*/ 5429563 h 5429563"/>
              <a:gd name="connsiteX2" fmla="*/ 0 w 5325805"/>
              <a:gd name="connsiteY2" fmla="*/ 0 h 5429563"/>
              <a:gd name="connsiteX3" fmla="*/ 668836 w 5325805"/>
              <a:gd name="connsiteY3" fmla="*/ 0 h 5429563"/>
              <a:gd name="connsiteX4" fmla="*/ 1942188 w 5325805"/>
              <a:gd name="connsiteY4" fmla="*/ 0 h 5429563"/>
              <a:gd name="connsiteX5" fmla="*/ 2611024 w 5325805"/>
              <a:gd name="connsiteY5" fmla="*/ 0 h 5429563"/>
              <a:gd name="connsiteX6" fmla="*/ 5325805 w 5325805"/>
              <a:gd name="connsiteY6" fmla="*/ 2714782 h 5429563"/>
              <a:gd name="connsiteX7" fmla="*/ 2611024 w 5325805"/>
              <a:gd name="connsiteY7" fmla="*/ 5429563 h 5429563"/>
              <a:gd name="connsiteX8" fmla="*/ 1942188 w 5325805"/>
              <a:gd name="connsiteY8" fmla="*/ 5429563 h 5429563"/>
              <a:gd name="connsiteX0" fmla="*/ 0 w 5325805"/>
              <a:gd name="connsiteY0" fmla="*/ 5429563 h 5429563"/>
              <a:gd name="connsiteX1" fmla="*/ 0 w 5325805"/>
              <a:gd name="connsiteY1" fmla="*/ 0 h 5429563"/>
              <a:gd name="connsiteX2" fmla="*/ 668836 w 5325805"/>
              <a:gd name="connsiteY2" fmla="*/ 0 h 5429563"/>
              <a:gd name="connsiteX3" fmla="*/ 1942188 w 5325805"/>
              <a:gd name="connsiteY3" fmla="*/ 0 h 5429563"/>
              <a:gd name="connsiteX4" fmla="*/ 2611024 w 5325805"/>
              <a:gd name="connsiteY4" fmla="*/ 0 h 5429563"/>
              <a:gd name="connsiteX5" fmla="*/ 5325805 w 5325805"/>
              <a:gd name="connsiteY5" fmla="*/ 2714782 h 5429563"/>
              <a:gd name="connsiteX6" fmla="*/ 2611024 w 5325805"/>
              <a:gd name="connsiteY6" fmla="*/ 5429563 h 5429563"/>
              <a:gd name="connsiteX7" fmla="*/ 1942188 w 5325805"/>
              <a:gd name="connsiteY7" fmla="*/ 5429563 h 5429563"/>
              <a:gd name="connsiteX0" fmla="*/ 0 w 5325805"/>
              <a:gd name="connsiteY0" fmla="*/ 0 h 5429563"/>
              <a:gd name="connsiteX1" fmla="*/ 668836 w 5325805"/>
              <a:gd name="connsiteY1" fmla="*/ 0 h 5429563"/>
              <a:gd name="connsiteX2" fmla="*/ 1942188 w 5325805"/>
              <a:gd name="connsiteY2" fmla="*/ 0 h 5429563"/>
              <a:gd name="connsiteX3" fmla="*/ 2611024 w 5325805"/>
              <a:gd name="connsiteY3" fmla="*/ 0 h 5429563"/>
              <a:gd name="connsiteX4" fmla="*/ 5325805 w 5325805"/>
              <a:gd name="connsiteY4" fmla="*/ 2714782 h 5429563"/>
              <a:gd name="connsiteX5" fmla="*/ 2611024 w 5325805"/>
              <a:gd name="connsiteY5" fmla="*/ 5429563 h 5429563"/>
              <a:gd name="connsiteX6" fmla="*/ 1942188 w 5325805"/>
              <a:gd name="connsiteY6" fmla="*/ 5429563 h 5429563"/>
              <a:gd name="connsiteX0" fmla="*/ 0 w 4656969"/>
              <a:gd name="connsiteY0" fmla="*/ 0 h 5429563"/>
              <a:gd name="connsiteX1" fmla="*/ 1273352 w 4656969"/>
              <a:gd name="connsiteY1" fmla="*/ 0 h 5429563"/>
              <a:gd name="connsiteX2" fmla="*/ 1942188 w 4656969"/>
              <a:gd name="connsiteY2" fmla="*/ 0 h 5429563"/>
              <a:gd name="connsiteX3" fmla="*/ 4656969 w 4656969"/>
              <a:gd name="connsiteY3" fmla="*/ 2714782 h 5429563"/>
              <a:gd name="connsiteX4" fmla="*/ 1942188 w 4656969"/>
              <a:gd name="connsiteY4" fmla="*/ 5429563 h 5429563"/>
              <a:gd name="connsiteX5" fmla="*/ 1273352 w 4656969"/>
              <a:gd name="connsiteY5" fmla="*/ 5429563 h 5429563"/>
              <a:gd name="connsiteX0" fmla="*/ 0 w 3383617"/>
              <a:gd name="connsiteY0" fmla="*/ 0 h 5429563"/>
              <a:gd name="connsiteX1" fmla="*/ 668836 w 3383617"/>
              <a:gd name="connsiteY1" fmla="*/ 0 h 5429563"/>
              <a:gd name="connsiteX2" fmla="*/ 3383617 w 3383617"/>
              <a:gd name="connsiteY2" fmla="*/ 2714782 h 5429563"/>
              <a:gd name="connsiteX3" fmla="*/ 668836 w 3383617"/>
              <a:gd name="connsiteY3" fmla="*/ 5429563 h 5429563"/>
              <a:gd name="connsiteX4" fmla="*/ 0 w 3383617"/>
              <a:gd name="connsiteY4" fmla="*/ 5429563 h 5429563"/>
              <a:gd name="connsiteX0" fmla="*/ 0 w 3383617"/>
              <a:gd name="connsiteY0" fmla="*/ 0 h 5429563"/>
              <a:gd name="connsiteX1" fmla="*/ 248198 w 3383617"/>
              <a:gd name="connsiteY1" fmla="*/ 41 h 5429563"/>
              <a:gd name="connsiteX2" fmla="*/ 668836 w 3383617"/>
              <a:gd name="connsiteY2" fmla="*/ 0 h 5429563"/>
              <a:gd name="connsiteX3" fmla="*/ 3383617 w 3383617"/>
              <a:gd name="connsiteY3" fmla="*/ 2714782 h 5429563"/>
              <a:gd name="connsiteX4" fmla="*/ 668836 w 3383617"/>
              <a:gd name="connsiteY4" fmla="*/ 5429563 h 5429563"/>
              <a:gd name="connsiteX5" fmla="*/ 0 w 3383617"/>
              <a:gd name="connsiteY5" fmla="*/ 5429563 h 5429563"/>
              <a:gd name="connsiteX0" fmla="*/ 248198 w 3383617"/>
              <a:gd name="connsiteY0" fmla="*/ 41 h 5429563"/>
              <a:gd name="connsiteX1" fmla="*/ 668836 w 3383617"/>
              <a:gd name="connsiteY1" fmla="*/ 0 h 5429563"/>
              <a:gd name="connsiteX2" fmla="*/ 3383617 w 3383617"/>
              <a:gd name="connsiteY2" fmla="*/ 2714782 h 5429563"/>
              <a:gd name="connsiteX3" fmla="*/ 668836 w 3383617"/>
              <a:gd name="connsiteY3" fmla="*/ 5429563 h 5429563"/>
              <a:gd name="connsiteX4" fmla="*/ 0 w 3383617"/>
              <a:gd name="connsiteY4" fmla="*/ 5429563 h 5429563"/>
              <a:gd name="connsiteX0" fmla="*/ 4110 w 3139529"/>
              <a:gd name="connsiteY0" fmla="*/ 41 h 5429563"/>
              <a:gd name="connsiteX1" fmla="*/ 424748 w 3139529"/>
              <a:gd name="connsiteY1" fmla="*/ 0 h 5429563"/>
              <a:gd name="connsiteX2" fmla="*/ 3139529 w 3139529"/>
              <a:gd name="connsiteY2" fmla="*/ 2714782 h 5429563"/>
              <a:gd name="connsiteX3" fmla="*/ 424748 w 3139529"/>
              <a:gd name="connsiteY3" fmla="*/ 5429563 h 5429563"/>
              <a:gd name="connsiteX4" fmla="*/ 0 w 3139529"/>
              <a:gd name="connsiteY4" fmla="*/ 5429563 h 5429563"/>
            </a:gdLst>
            <a:rect l="l" t="t" r="r" b="b"/>
            <a:pathLst>
              <a:path w="3139529" h="5429563">
                <a:moveTo>
                  <a:pt x="4110" y="41"/>
                </a:moveTo>
                <a:lnTo>
                  <a:pt x="424748" y="0"/>
                </a:lnTo>
                <a:cubicBezTo>
                  <a:pt x="1924080" y="0"/>
                  <a:pt x="3139529" y="1215450"/>
                  <a:pt x="3139529" y="2714782"/>
                </a:cubicBezTo>
                <a:cubicBezTo>
                  <a:pt x="3139529" y="4214114"/>
                  <a:pt x="1924080" y="5429563"/>
                  <a:pt x="424748" y="5429563"/>
                </a:cubicBezTo>
                <a:lnTo>
                  <a:pt x="0" y="5429563"/>
                </a:lnTo>
              </a:path>
            </a:pathLst>
          </a:custGeom>
          <a:noFill xmlns:a="http://schemas.openxmlformats.org/drawingml/2006/main"/>
          <a:ln xmlns:a="http://schemas.openxmlformats.org/drawingml/2006/main" w="6350">
            <a:solidFill>
              <a:schemeClr val="tx1"/>
            </a:solid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wrap="square" anchor="ctr">
            <a:noAutofit/>
          </a:bodyPr>
          <a:lstStyle xmlns:a="http://schemas.openxmlformats.org/drawingml/2006/main"/>
          <a:p xmlns:a="http://schemas.openxmlformats.org/drawingml/2006/main">
            <a:pPr algn="ctr">
              <a:buNone/>
            </a:pPr>
            <a:endParaRPr>
              <a:solidFill>
                <a:schemeClr val="tx1"/>
              </a:solidFill>
            </a:endParaRPr>
          </a:p>
        </p:txBody>
      </p:sp>
      <p:sp>
        <p:nvSpPr>
          <p:cNvPr id="4" name="Date Placeholder 3">
            <a:extLst xmlns:a="http://schemas.openxmlformats.org/drawingml/2006/main">
              <a:ext uri="{FF2B5EF4-FFF2-40B4-BE49-F238E27FC236}">
                <a16:creationId xmlns:a16="http://schemas.microsoft.com/office/drawing/2014/main" id="{EAE2DAFA-435E-AAF9-8B67-495E5AFDCD9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871B9433-C9E5-43C9-BAE0-1C68CE026B28}" type="datetimeFigureOut">
              <a:t>8/17/2026</a:t>
            </a:fld>
            <a:endParaRPr/>
          </a:p>
        </p:txBody>
      </p:sp>
      <p:sp>
        <p:nvSpPr>
          <p:cNvPr id="6" name="Slide Number Placeholder 5">
            <a:extLst xmlns:a="http://schemas.openxmlformats.org/drawingml/2006/main">
              <a:ext uri="{FF2B5EF4-FFF2-40B4-BE49-F238E27FC236}">
                <a16:creationId xmlns:a16="http://schemas.microsoft.com/office/drawing/2014/main" id="{81789E10-2433-2ECB-9C92-571B583A4CF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9DA42802-E4C8-4D6F-B0D0-53DEA9BE3FA8}" type="slidenum">
              <a:t>‹#›</a:t>
            </a:fld>
            <a:endParaRPr/>
          </a:p>
        </p:txBody>
      </p:sp>
    </p:spTree>
  </p:cSld>
</p:sldLayout>
</file>

<file path=ppt/slideLayouts/slideLayout22.xml><?xml version="1.0" encoding="utf-8"?>
<p:sldLayout xmlns:p="http://schemas.openxmlformats.org/presentationml/2006/main"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AF3BB49-A328-F121-7F27-DEB7C3CC2B0F}"/>
              </a:ext>
            </a:extLst>
          </p:cNvPr>
          <p:cNvSpPr>
            <a:spLocks xmlns:a="http://schemas.openxmlformats.org/drawingml/2006/main" noGrp="1"/>
          </p:cNvSpPr>
          <p:nvPr>
            <p:ph type="title" idx="0"/>
          </p:nvPr>
        </p:nvSpPr>
        <p:spPr>
          <a:xfrm xmlns:a="http://schemas.openxmlformats.org/drawingml/2006/main">
            <a:off x="731520" y="365760"/>
            <a:ext cx="10741152" cy="1132258"/>
          </a:xfr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to edit Master title style</a:t>
            </a:r>
          </a:p>
        </p:txBody>
      </p:sp>
      <p:sp>
        <p:nvSpPr>
          <p:cNvPr id="6" name="Footer Placeholder 5">
            <a:extLst xmlns:a="http://schemas.openxmlformats.org/drawingml/2006/main">
              <a:ext uri="{FF2B5EF4-FFF2-40B4-BE49-F238E27FC236}">
                <a16:creationId xmlns:a16="http://schemas.microsoft.com/office/drawing/2014/main" id="{C2BDD5A2-CE3E-3215-6DAA-F75C0D1229D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endParaRPr/>
          </a:p>
        </p:txBody>
      </p:sp>
      <p:sp>
        <p:nvSpPr>
          <p:cNvPr id="4" name="Content Placeholder 3">
            <a:extLst xmlns:a="http://schemas.openxmlformats.org/drawingml/2006/main">
              <a:ext uri="{FF2B5EF4-FFF2-40B4-BE49-F238E27FC236}">
                <a16:creationId xmlns:a16="http://schemas.microsoft.com/office/drawing/2014/main" id="{2172FE6B-A4D8-8ED7-89D7-5E7F2C5B8F5F}"/>
              </a:ext>
            </a:extLst>
          </p:cNvPr>
          <p:cNvSpPr>
            <a:spLocks xmlns:a="http://schemas.openxmlformats.org/drawingml/2006/main" noGrp="1"/>
          </p:cNvSpPr>
          <p:nvPr>
            <p:ph idx="15"/>
          </p:nvPr>
        </p:nvSpPr>
        <p:spPr>
          <a:xfrm xmlns:a="http://schemas.openxmlformats.org/drawingml/2006/main">
            <a:off x="731838" y="2103438"/>
            <a:ext cx="5181600" cy="4351337"/>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8" name="Content Placeholder 3">
            <a:extLst xmlns:a="http://schemas.openxmlformats.org/drawingml/2006/main">
              <a:ext uri="{FF2B5EF4-FFF2-40B4-BE49-F238E27FC236}">
                <a16:creationId xmlns:a16="http://schemas.microsoft.com/office/drawing/2014/main" id="{686405AE-ED31-677D-86D8-01EAD583735E}"/>
              </a:ext>
            </a:extLst>
          </p:cNvPr>
          <p:cNvSpPr>
            <a:spLocks xmlns:a="http://schemas.openxmlformats.org/drawingml/2006/main" noGrp="1"/>
          </p:cNvSpPr>
          <p:nvPr>
            <p:ph idx="16"/>
          </p:nvPr>
        </p:nvSpPr>
        <p:spPr>
          <a:xfrm xmlns:a="http://schemas.openxmlformats.org/drawingml/2006/main">
            <a:off x="6284947" y="2103121"/>
            <a:ext cx="5181600" cy="4351337"/>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897D0B7E-1A60-DA52-6965-92412B1C2F9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871B9433-C9E5-43C9-BAE0-1C68CE026B28}" type="datetimeFigureOut">
              <a:t>8/17/2026</a:t>
            </a:fld>
            <a:endParaRPr/>
          </a:p>
        </p:txBody>
      </p:sp>
      <p:sp>
        <p:nvSpPr>
          <p:cNvPr id="7" name="Slide Number Placeholder 6">
            <a:extLst xmlns:a="http://schemas.openxmlformats.org/drawingml/2006/main">
              <a:ext uri="{FF2B5EF4-FFF2-40B4-BE49-F238E27FC236}">
                <a16:creationId xmlns:a16="http://schemas.microsoft.com/office/drawing/2014/main" id="{B1B822F1-284A-1786-FAF2-72129E2FE64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9DA42802-E4C8-4D6F-B0D0-53DEA9BE3FA8}" type="slidenum">
              <a:t>‹#›</a:t>
            </a:fld>
            <a:endParaRPr/>
          </a:p>
        </p:txBody>
      </p:sp>
    </p:spTree>
  </p:cSld>
</p:sldLayout>
</file>

<file path=ppt/slideLayouts/slideLayout23.xml><?xml version="1.0" encoding="utf-8"?>
<p:sldLayout xmlns:p="http://schemas.openxmlformats.org/presentationml/2006/main" preserve="1">
  <p:cSld name="Comparison">
    <p:spTree>
      <p:nvGrpSpPr>
        <p:cNvPr id="1" name=""/>
        <p:cNvGrpSpPr/>
        <p:nvPr/>
      </p:nvGrpSpPr>
      <p:grpSpPr>
        <a:xfrm xmlns:a="http://schemas.openxmlformats.org/drawingml/2006/main"/>
      </p:grpSpPr>
      <p:sp>
        <p:nvSpPr>
          <p:cNvPr id="4" name="Title 1">
            <a:extLst xmlns:a="http://schemas.openxmlformats.org/drawingml/2006/main">
              <a:ext uri="{FF2B5EF4-FFF2-40B4-BE49-F238E27FC236}">
                <a16:creationId xmlns:a16="http://schemas.microsoft.com/office/drawing/2014/main" id="{485A6F3D-6630-C2E0-DC0A-6D2C0AACFF58}"/>
              </a:ext>
            </a:extLst>
          </p:cNvPr>
          <p:cNvSpPr>
            <a:spLocks xmlns:a="http://schemas.openxmlformats.org/drawingml/2006/main" noGrp="1"/>
          </p:cNvSpPr>
          <p:nvPr>
            <p:ph type="title" idx="0"/>
          </p:nvPr>
        </p:nvSpPr>
        <p:spPr>
          <a:xfrm xmlns:a="http://schemas.openxmlformats.org/drawingml/2006/main">
            <a:off x="731520" y="365760"/>
            <a:ext cx="10741152" cy="1132258"/>
          </a:xfr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to edit Master title style</a:t>
            </a:r>
          </a:p>
        </p:txBody>
      </p:sp>
      <p:sp>
        <p:nvSpPr>
          <p:cNvPr id="8" name="Footer Placeholder 7">
            <a:extLst xmlns:a="http://schemas.openxmlformats.org/drawingml/2006/main">
              <a:ext uri="{FF2B5EF4-FFF2-40B4-BE49-F238E27FC236}">
                <a16:creationId xmlns:a16="http://schemas.microsoft.com/office/drawing/2014/main" id="{949D76D8-9033-26CF-BF4C-AECCC685C17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endParaRPr/>
          </a:p>
        </p:txBody>
      </p:sp>
      <p:sp>
        <p:nvSpPr>
          <p:cNvPr id="3" name="Text Placeholder 2">
            <a:extLst xmlns:a="http://schemas.openxmlformats.org/drawingml/2006/main">
              <a:ext uri="{FF2B5EF4-FFF2-40B4-BE49-F238E27FC236}">
                <a16:creationId xmlns:a16="http://schemas.microsoft.com/office/drawing/2014/main" id="{61CD26D4-290A-F0ED-7D62-41EDA6FEC2B9}"/>
              </a:ext>
            </a:extLst>
          </p:cNvPr>
          <p:cNvSpPr>
            <a:spLocks xmlns:a="http://schemas.openxmlformats.org/drawingml/2006/main" noGrp="1"/>
          </p:cNvSpPr>
          <p:nvPr>
            <p:ph type="body" idx="1"/>
          </p:nvPr>
        </p:nvSpPr>
        <p:spPr>
          <a:xfrm xmlns:a="http://schemas.openxmlformats.org/drawingml/2006/main">
            <a:off x="731520" y="2103120"/>
            <a:ext cx="5157787" cy="559834"/>
          </a:xfrm>
        </p:spPr>
        <p:txBody>
          <a:bodyPr xmlns:a="http://schemas.openxmlformats.org/drawingml/2006/main" anchor="b">
            <a:normAutofit/>
          </a:bodyPr>
          <a:lstStyle xmlns:a="http://schemas.openxmlformats.org/drawingml/2006/main">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2" name="Content Placeholder 3">
            <a:extLst xmlns:a="http://schemas.openxmlformats.org/drawingml/2006/main">
              <a:ext uri="{FF2B5EF4-FFF2-40B4-BE49-F238E27FC236}">
                <a16:creationId xmlns:a16="http://schemas.microsoft.com/office/drawing/2014/main" id="{9C38DBB1-A1FA-A460-88C8-B05F1570CA97}"/>
              </a:ext>
            </a:extLst>
          </p:cNvPr>
          <p:cNvSpPr>
            <a:spLocks xmlns:a="http://schemas.openxmlformats.org/drawingml/2006/main" noGrp="1"/>
          </p:cNvSpPr>
          <p:nvPr>
            <p:ph idx="15"/>
          </p:nvPr>
        </p:nvSpPr>
        <p:spPr>
          <a:xfrm xmlns:a="http://schemas.openxmlformats.org/drawingml/2006/main">
            <a:off x="731838" y="2743200"/>
            <a:ext cx="5157187" cy="3763963"/>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06536620-C4F3-EEC3-DBF1-05196B1CBB55}"/>
              </a:ext>
            </a:extLst>
          </p:cNvPr>
          <p:cNvSpPr>
            <a:spLocks xmlns:a="http://schemas.openxmlformats.org/drawingml/2006/main" noGrp="1"/>
          </p:cNvSpPr>
          <p:nvPr>
            <p:ph type="body" idx="3"/>
          </p:nvPr>
        </p:nvSpPr>
        <p:spPr>
          <a:xfrm xmlns:a="http://schemas.openxmlformats.org/drawingml/2006/main">
            <a:off x="6309360" y="2103120"/>
            <a:ext cx="5183188" cy="559834"/>
          </a:xfrm>
        </p:spPr>
        <p:txBody>
          <a:bodyPr xmlns:a="http://schemas.openxmlformats.org/drawingml/2006/main" anchor="b">
            <a:normAutofit/>
          </a:bodyPr>
          <a:lstStyle xmlns:a="http://schemas.openxmlformats.org/drawingml/2006/main">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3">
            <a:extLst xmlns:a="http://schemas.openxmlformats.org/drawingml/2006/main">
              <a:ext uri="{FF2B5EF4-FFF2-40B4-BE49-F238E27FC236}">
                <a16:creationId xmlns:a16="http://schemas.microsoft.com/office/drawing/2014/main" id="{82D763CC-A010-6A2B-FEF3-388EAC8417D7}"/>
              </a:ext>
            </a:extLst>
          </p:cNvPr>
          <p:cNvSpPr>
            <a:spLocks xmlns:a="http://schemas.openxmlformats.org/drawingml/2006/main" noGrp="1"/>
          </p:cNvSpPr>
          <p:nvPr>
            <p:ph idx="16"/>
          </p:nvPr>
        </p:nvSpPr>
        <p:spPr>
          <a:xfrm xmlns:a="http://schemas.openxmlformats.org/drawingml/2006/main">
            <a:off x="6309361" y="2743200"/>
            <a:ext cx="5183188" cy="3763963"/>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4E3B3581-658A-8487-F9CB-E79F2BFF27E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871B9433-C9E5-43C9-BAE0-1C68CE026B28}" type="datetimeFigureOut">
              <a:t>8/17/2026</a:t>
            </a:fld>
            <a:endParaRPr/>
          </a:p>
        </p:txBody>
      </p:sp>
      <p:sp>
        <p:nvSpPr>
          <p:cNvPr id="9" name="Slide Number Placeholder 8">
            <a:extLst xmlns:a="http://schemas.openxmlformats.org/drawingml/2006/main">
              <a:ext uri="{FF2B5EF4-FFF2-40B4-BE49-F238E27FC236}">
                <a16:creationId xmlns:a16="http://schemas.microsoft.com/office/drawing/2014/main" id="{E02A06B8-CC1D-542F-D8EB-7625046B91D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9DA42802-E4C8-4D6F-B0D0-53DEA9BE3FA8}" type="slidenum">
              <a:t>‹#›</a:t>
            </a:fld>
            <a:endParaRPr/>
          </a:p>
        </p:txBody>
      </p:sp>
    </p:spTree>
  </p:cSld>
</p:sldLayout>
</file>

<file path=ppt/slideLayouts/slideLayout24.xml><?xml version="1.0" encoding="utf-8"?>
<p:sldLayout xmlns:p="http://schemas.openxmlformats.org/presentationml/2006/main" preserve="1">
  <p:cSld name="Title Only ">
    <p:spTree>
      <p:nvGrpSpPr>
        <p:cNvPr id="1" name=""/>
        <p:cNvGrpSpPr/>
        <p:nvPr/>
      </p:nvGrpSpPr>
      <p:grpSpPr>
        <a:xfrm xmlns:a="http://schemas.openxmlformats.org/drawingml/2006/main"/>
      </p:grpSpPr>
      <p:sp>
        <p:nvSpPr>
          <p:cNvPr id="6" name="Title 1">
            <a:extLst xmlns:a="http://schemas.openxmlformats.org/drawingml/2006/main">
              <a:ext uri="{FF2B5EF4-FFF2-40B4-BE49-F238E27FC236}">
                <a16:creationId xmlns:a16="http://schemas.microsoft.com/office/drawing/2014/main" id="{A0796BC8-E1B7-E6D6-E86F-4A5CAECDFEFC}"/>
              </a:ext>
            </a:extLst>
          </p:cNvPr>
          <p:cNvSpPr>
            <a:spLocks xmlns:a="http://schemas.openxmlformats.org/drawingml/2006/main" noGrp="1"/>
          </p:cNvSpPr>
          <p:nvPr>
            <p:ph type="title" idx="0"/>
          </p:nvPr>
        </p:nvSpPr>
        <p:spPr>
          <a:xfrm xmlns:a="http://schemas.openxmlformats.org/drawingml/2006/main">
            <a:off x="731520" y="365760"/>
            <a:ext cx="10741152" cy="1132258"/>
          </a:xfrm>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968DDD-323F-89A1-84E3-DDBA626D938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endParaRPr/>
          </a:p>
        </p:txBody>
      </p:sp>
      <p:sp>
        <p:nvSpPr>
          <p:cNvPr id="3" name="Date Placeholder 2">
            <a:extLst xmlns:a="http://schemas.openxmlformats.org/drawingml/2006/main">
              <a:ext uri="{FF2B5EF4-FFF2-40B4-BE49-F238E27FC236}">
                <a16:creationId xmlns:a16="http://schemas.microsoft.com/office/drawing/2014/main" id="{E89E8268-7232-2944-F1BD-399F9419B56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871B9433-C9E5-43C9-BAE0-1C68CE026B28}" type="datetimeFigureOut">
              <a:t>8/17/2026</a:t>
            </a:fld>
            <a:endParaRPr/>
          </a:p>
        </p:txBody>
      </p:sp>
      <p:sp>
        <p:nvSpPr>
          <p:cNvPr id="5" name="Slide Number Placeholder 4">
            <a:extLst xmlns:a="http://schemas.openxmlformats.org/drawingml/2006/main">
              <a:ext uri="{FF2B5EF4-FFF2-40B4-BE49-F238E27FC236}">
                <a16:creationId xmlns:a16="http://schemas.microsoft.com/office/drawing/2014/main" id="{98FBDC76-671D-1671-DCE2-D5658BD40E2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9DA42802-E4C8-4D6F-B0D0-53DEA9BE3FA8}" type="slidenum">
              <a:t>‹#›</a:t>
            </a:fld>
            <a:endParaRPr/>
          </a:p>
        </p:txBody>
      </p:sp>
    </p:spTree>
  </p:cSld>
</p:sldLayout>
</file>

<file path=ppt/slideLayouts/slideLayout25.xml><?xml version="1.0" encoding="utf-8"?>
<p:sldLayout xmlns:p="http://schemas.openxmlformats.org/presentationml/2006/main" showMasterSp="0" type="blank" preserve="1">
  <p:cSld name="Empty">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10EAA6C9-A7F3-19F1-D17C-A1D83FAF553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endParaRPr/>
          </a:p>
        </p:txBody>
      </p:sp>
      <p:sp>
        <p:nvSpPr>
          <p:cNvPr id="2" name="Date Placeholder 1">
            <a:extLst xmlns:a="http://schemas.openxmlformats.org/drawingml/2006/main">
              <a:ext uri="{FF2B5EF4-FFF2-40B4-BE49-F238E27FC236}">
                <a16:creationId xmlns:a16="http://schemas.microsoft.com/office/drawing/2014/main" id="{49BC4D82-0182-501C-9231-46767680476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871B9433-C9E5-43C9-BAE0-1C68CE026B28}" type="datetimeFigureOut">
              <a:t>8/17/2026</a:t>
            </a:fld>
            <a:endParaRPr/>
          </a:p>
        </p:txBody>
      </p:sp>
      <p:sp>
        <p:nvSpPr>
          <p:cNvPr id="4" name="Slide Number Placeholder 3">
            <a:extLst xmlns:a="http://schemas.openxmlformats.org/drawingml/2006/main">
              <a:ext uri="{FF2B5EF4-FFF2-40B4-BE49-F238E27FC236}">
                <a16:creationId xmlns:a16="http://schemas.microsoft.com/office/drawing/2014/main" id="{34EBB816-1B94-116F-92D4-6043AE9E0C6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9DA42802-E4C8-4D6F-B0D0-53DEA9BE3FA8}" type="slidenum">
              <a:t>‹#›</a:t>
            </a:fld>
            <a:endParaRPr/>
          </a:p>
        </p:txBody>
      </p:sp>
    </p:spTree>
  </p:cSld>
</p:sldLayout>
</file>

<file path=ppt/slideLayouts/slideLayout26.xml><?xml version="1.0" encoding="utf-8"?>
<p:sldLayout xmlns:p="http://schemas.openxmlformats.org/presentationml/2006/main" showMasterSp="0" preserve="1">
  <p:cSld name="Conclus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C7433D9-FD02-59E2-0F81-A0B7201D2DA0}"/>
              </a:ext>
            </a:extLst>
          </p:cNvPr>
          <p:cNvSpPr>
            <a:spLocks xmlns:a="http://schemas.openxmlformats.org/drawingml/2006/main" noGrp="1"/>
          </p:cNvSpPr>
          <p:nvPr>
            <p:ph type="title" idx="0"/>
          </p:nvPr>
        </p:nvSpPr>
        <p:spPr>
          <a:xfrm xmlns:a="http://schemas.openxmlformats.org/drawingml/2006/main">
            <a:off x="841248" y="457200"/>
            <a:ext cx="7342307" cy="1133856"/>
          </a:xfrm>
          <a:prstGeom xmlns:a="http://schemas.openxmlformats.org/drawingml/2006/main" prst="rect">
            <a:avLst/>
          </a:prstGeom>
          <a:noFill xmlns:a="http://schemas.openxmlformats.org/drawingml/2006/main"/>
        </p:spPr>
        <p:txBody>
          <a:bodyPr xmlns:a="http://schemas.openxmlformats.org/drawingml/2006/main" anchor="b">
            <a:noAutofit/>
          </a:bodyPr>
          <a:lstStyle xmlns:a="http://schemas.openxmlformats.org/drawingml/2006/main">
            <a:lvl1pPr>
              <a:buNone/>
              <a:defRPr sz="6000">
                <a:solidFill>
                  <a:schemeClr val="tx1"/>
                </a:solidFill>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B17E6B5E-6174-FD5C-41E8-FFC44C650D7E}"/>
              </a:ext>
            </a:extLst>
          </p:cNvPr>
          <p:cNvSpPr>
            <a:spLocks xmlns:a="http://schemas.openxmlformats.org/drawingml/2006/main" noGrp="1"/>
          </p:cNvSpPr>
          <p:nvPr>
            <p:ph type="ftr" idx="11"/>
          </p:nvPr>
        </p:nvSpPr>
        <p:spPr>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endParaRPr/>
          </a:p>
        </p:txBody>
      </p:sp>
      <p:sp>
        <p:nvSpPr>
          <p:cNvPr id="8" name="Content Placeholder 7">
            <a:extLst xmlns:a="http://schemas.openxmlformats.org/drawingml/2006/main">
              <a:ext uri="{FF2B5EF4-FFF2-40B4-BE49-F238E27FC236}">
                <a16:creationId xmlns:a16="http://schemas.microsoft.com/office/drawing/2014/main" id="{C7E1FCC9-2D1D-9C6B-8C9A-E3D0A77DBEF0}"/>
              </a:ext>
            </a:extLst>
          </p:cNvPr>
          <p:cNvSpPr>
            <a:spLocks xmlns:a="http://schemas.openxmlformats.org/drawingml/2006/main" noGrp="1"/>
          </p:cNvSpPr>
          <p:nvPr>
            <p:ph idx="13"/>
          </p:nvPr>
        </p:nvSpPr>
        <p:spPr>
          <a:xfrm xmlns:a="http://schemas.openxmlformats.org/drawingml/2006/main">
            <a:off x="841248" y="2624328"/>
            <a:ext cx="10424160" cy="32004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0B9485D1-E172-8F0A-A425-3097B3ABCFB4}"/>
              </a:ext>
            </a:extLst>
          </p:cNvPr>
          <p:cNvSpPr>
            <a:spLocks xmlns:a="http://schemas.openxmlformats.org/drawingml/2006/main" noGrp="1"/>
          </p:cNvSpPr>
          <p:nvPr>
            <p:ph type="dt" idx="10"/>
          </p:nvPr>
        </p:nvSpPr>
        <p:spPr>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871B9433-C9E5-43C9-BAE0-1C68CE026B28}" type="datetimeFigureOut">
              <a:t>8/17/2026</a:t>
            </a:fld>
            <a:endParaRPr/>
          </a:p>
        </p:txBody>
      </p:sp>
      <p:sp>
        <p:nvSpPr>
          <p:cNvPr id="6" name="Slide Number Placeholder 5">
            <a:extLst xmlns:a="http://schemas.openxmlformats.org/drawingml/2006/main">
              <a:ext uri="{FF2B5EF4-FFF2-40B4-BE49-F238E27FC236}">
                <a16:creationId xmlns:a16="http://schemas.microsoft.com/office/drawing/2014/main" id="{4BF72154-F85B-E301-DA57-E314D7315916}"/>
              </a:ext>
            </a:extLst>
          </p:cNvPr>
          <p:cNvSpPr>
            <a:spLocks xmlns:a="http://schemas.openxmlformats.org/drawingml/2006/main" noGrp="1"/>
          </p:cNvSpPr>
          <p:nvPr>
            <p:ph type="sldNum" idx="12"/>
          </p:nvPr>
        </p:nvSpPr>
        <p:spPr>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9DA42802-E4C8-4D6F-B0D0-53DEA9BE3FA8}" type="slidenum">
              <a:t>‹#›</a:t>
            </a:fld>
            <a:endParaRPr/>
          </a:p>
        </p:txBody>
      </p:sp>
    </p:spTree>
  </p:cSld>
</p:sldLayout>
</file>

<file path=ppt/slideLayouts/slideLayout27.xml><?xml version="1.0" encoding="utf-8"?>
<p:sldLayout xmlns:p="http://schemas.openxmlformats.org/presentationml/2006/main" preserve="1">
  <p:cSld name="Conclusion 2">
    <p:spTree>
      <p:nvGrpSpPr>
        <p:cNvPr id="1" name=""/>
        <p:cNvGrpSpPr/>
        <p:nvPr/>
      </p:nvGrpSpPr>
      <p:grpSpPr>
        <a:xfrm xmlns:a="http://schemas.openxmlformats.org/drawingml/2006/main"/>
      </p:grpSpPr>
      <p:sp>
        <p:nvSpPr>
          <p:cNvPr id="8" name="Title 6">
            <a:extLst xmlns:a="http://schemas.openxmlformats.org/drawingml/2006/main">
              <a:ext uri="{FF2B5EF4-FFF2-40B4-BE49-F238E27FC236}">
                <a16:creationId xmlns:a16="http://schemas.microsoft.com/office/drawing/2014/main" id="{CE8CC034-C652-239B-0064-9B0543AC25C5}"/>
              </a:ext>
            </a:extLst>
          </p:cNvPr>
          <p:cNvSpPr>
            <a:spLocks xmlns:a="http://schemas.openxmlformats.org/drawingml/2006/main" noGrp="1"/>
          </p:cNvSpPr>
          <p:nvPr>
            <p:ph type="title" idx="0"/>
          </p:nvPr>
        </p:nvSpPr>
        <p:spPr>
          <a:xfrm xmlns:a="http://schemas.openxmlformats.org/drawingml/2006/main">
            <a:off x="731520" y="365760"/>
            <a:ext cx="10741152" cy="1132258"/>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5B407A58-3351-E479-1A0C-2FF49FA4270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endParaRPr/>
          </a:p>
        </p:txBody>
      </p:sp>
      <p:sp>
        <p:nvSpPr>
          <p:cNvPr id="2" name="Content Placeholder 7">
            <a:extLst xmlns:a="http://schemas.openxmlformats.org/drawingml/2006/main">
              <a:ext uri="{FF2B5EF4-FFF2-40B4-BE49-F238E27FC236}">
                <a16:creationId xmlns:a16="http://schemas.microsoft.com/office/drawing/2014/main" id="{D051F68D-E2E5-C625-0273-281CE6D4939F}"/>
              </a:ext>
            </a:extLst>
          </p:cNvPr>
          <p:cNvSpPr>
            <a:spLocks xmlns:a="http://schemas.openxmlformats.org/drawingml/2006/main" noGrp="1"/>
          </p:cNvSpPr>
          <p:nvPr>
            <p:ph idx="13"/>
          </p:nvPr>
        </p:nvSpPr>
        <p:spPr>
          <a:xfrm xmlns:a="http://schemas.openxmlformats.org/drawingml/2006/main">
            <a:off x="731520" y="2301836"/>
            <a:ext cx="10741150" cy="3921165"/>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EAE2DAFA-435E-AAF9-8B67-495E5AFDCD9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871B9433-C9E5-43C9-BAE0-1C68CE026B28}" type="datetimeFigureOut">
              <a:t>8/17/2026</a:t>
            </a:fld>
            <a:endParaRPr/>
          </a:p>
        </p:txBody>
      </p:sp>
      <p:sp>
        <p:nvSpPr>
          <p:cNvPr id="6" name="Slide Number Placeholder 5">
            <a:extLst xmlns:a="http://schemas.openxmlformats.org/drawingml/2006/main">
              <a:ext uri="{FF2B5EF4-FFF2-40B4-BE49-F238E27FC236}">
                <a16:creationId xmlns:a16="http://schemas.microsoft.com/office/drawing/2014/main" id="{81789E10-2433-2ECB-9C92-571B583A4CF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chemeClr val="tx1"/>
                </a:solidFill>
              </a:defRPr>
            </a:lvl1pPr>
          </a:lstStyle>
          <a:p xmlns:a="http://schemas.openxmlformats.org/drawingml/2006/main">
            <a:fld id="{9DA42802-E4C8-4D6F-B0D0-53DEA9BE3FA8}"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e7c9d5b69104799" /><Relationship Type="http://schemas.openxmlformats.org/officeDocument/2006/relationships/slideLayout" Target="/ppt/slideLayouts/slideLayout1.xml" Id="Rc4abbc7989334c18" /><Relationship Type="http://schemas.openxmlformats.org/officeDocument/2006/relationships/slideLayout" Target="/ppt/slideLayouts/slideLayout2.xml" Id="R69de8384d17047b5" /><Relationship Type="http://schemas.openxmlformats.org/officeDocument/2006/relationships/slideLayout" Target="/ppt/slideLayouts/slideLayout3.xml" Id="R73ec73fe4c5a4ca3" /><Relationship Type="http://schemas.openxmlformats.org/officeDocument/2006/relationships/slideLayout" Target="/ppt/slideLayouts/slideLayout4.xml" Id="Rf908530bec3e488e" /><Relationship Type="http://schemas.openxmlformats.org/officeDocument/2006/relationships/slideLayout" Target="/ppt/slideLayouts/slideLayout5.xml" Id="R235d7528327c44e7" /><Relationship Type="http://schemas.openxmlformats.org/officeDocument/2006/relationships/slideLayout" Target="/ppt/slideLayouts/slideLayout6.xml" Id="Racbc6f191d4e424c" /><Relationship Type="http://schemas.openxmlformats.org/officeDocument/2006/relationships/slideLayout" Target="/ppt/slideLayouts/slideLayout7.xml" Id="R571412d56bf641d8" /><Relationship Type="http://schemas.openxmlformats.org/officeDocument/2006/relationships/slideLayout" Target="/ppt/slideLayouts/slideLayout8.xml" Id="R9c4f068784dd4389" /><Relationship Type="http://schemas.openxmlformats.org/officeDocument/2006/relationships/slideLayout" Target="/ppt/slideLayouts/slideLayout9.xml" Id="Rf630f80e9e084378" /><Relationship Type="http://schemas.openxmlformats.org/officeDocument/2006/relationships/slideLayout" Target="/ppt/slideLayouts/slideLayout10.xml" Id="Re7d4a860882348f5" /><Relationship Type="http://schemas.openxmlformats.org/officeDocument/2006/relationships/slideLayout" Target="/ppt/slideLayouts/slideLayout11.xml" Id="R8963fa9c3963440e" /><Relationship Type="http://schemas.openxmlformats.org/officeDocument/2006/relationships/slideLayout" Target="/ppt/slideLayouts/slideLayout12.xml" Id="R62392e06449e42b0" /><Relationship Type="http://schemas.openxmlformats.org/officeDocument/2006/relationships/slideLayout" Target="/ppt/slideLayouts/slideLayout13.xml" Id="R8c7174fe14834ee8" /><Relationship Type="http://schemas.openxmlformats.org/officeDocument/2006/relationships/slideLayout" Target="/ppt/slideLayouts/slideLayout14.xml" Id="R81f89639c3484c7b" /><Relationship Type="http://schemas.openxmlformats.org/officeDocument/2006/relationships/slideLayout" Target="/ppt/slideLayouts/slideLayout15.xml" Id="Rdfda05562453413f" /><Relationship Type="http://schemas.openxmlformats.org/officeDocument/2006/relationships/slideLayout" Target="/ppt/slideLayouts/slideLayout16.xml" Id="Rc52ec71413aa4416" /><Relationship Type="http://schemas.openxmlformats.org/officeDocument/2006/relationships/slideLayout" Target="/ppt/slideLayouts/slideLayout17.xml" Id="R911723b7e37548c2" /><Relationship Type="http://schemas.openxmlformats.org/officeDocument/2006/relationships/slideLayout" Target="/ppt/slideLayouts/slideLayout18.xml" Id="Rb53e0f5497824789" /><Relationship Type="http://schemas.openxmlformats.org/officeDocument/2006/relationships/slideLayout" Target="/ppt/slideLayouts/slideLayout19.xml" Id="R2acd31d726514eaa" /><Relationship Type="http://schemas.openxmlformats.org/officeDocument/2006/relationships/slideLayout" Target="/ppt/slideLayouts/slideLayout20.xml" Id="R23ba3808af974f09" /><Relationship Type="http://schemas.openxmlformats.org/officeDocument/2006/relationships/slideLayout" Target="/ppt/slideLayouts/slideLayout21.xml" Id="Rbe74b6ca12be4d98" /><Relationship Type="http://schemas.openxmlformats.org/officeDocument/2006/relationships/slideLayout" Target="/ppt/slideLayouts/slideLayout22.xml" Id="R815bf17915c04f01" /><Relationship Type="http://schemas.openxmlformats.org/officeDocument/2006/relationships/slideLayout" Target="/ppt/slideLayouts/slideLayout23.xml" Id="R1a8fc8329e394371" /><Relationship Type="http://schemas.openxmlformats.org/officeDocument/2006/relationships/slideLayout" Target="/ppt/slideLayouts/slideLayout24.xml" Id="R63e74f2be7794bd2" /><Relationship Type="http://schemas.openxmlformats.org/officeDocument/2006/relationships/slideLayout" Target="/ppt/slideLayouts/slideLayout25.xml" Id="Ra5664df37fb54645" /><Relationship Type="http://schemas.openxmlformats.org/officeDocument/2006/relationships/slideLayout" Target="/ppt/slideLayouts/slideLayout26.xml" Id="Rdb6285fa7ba241f2" /><Relationship Type="http://schemas.openxmlformats.org/officeDocument/2006/relationships/slideLayout" Target="/ppt/slideLayouts/slideLayout27.xml" Id="R016f20b82aa544c9" /></Relationships>
</file>

<file path=ppt/slideMasters/slideMaster1.xml><?xml version="1.0" encoding="utf-8"?>
<p:sldMaster xmlns:p="http://schemas.openxmlformats.org/presentationml/2006/main">
  <p:cSld>
    <p:bg>
      <p:bgRef idx="1001">
        <a:schemeClr xmlns:a="http://schemas.openxmlformats.org/drawingml/2006/main" val="bg2"/>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3D476A66-BE83-43F9-A28B-02DF7879AD52}"/>
              </a:ext>
            </a:extLst>
          </p:cNvPr>
          <p:cNvSpPr>
            <a:spLocks xmlns:a="http://schemas.openxmlformats.org/drawingml/2006/main" noGrp="1"/>
          </p:cNvSpPr>
          <p:nvPr>
            <p:ph type="title" idx="0"/>
          </p:nvPr>
        </p:nvSpPr>
        <p:spPr>
          <a:xfrm xmlns:a="http://schemas.openxmlformats.org/drawingml/2006/main">
            <a:off x="838200" y="584990"/>
            <a:ext cx="10515600" cy="1116811"/>
          </a:xfrm>
          <a:prstGeom xmlns:a="http://schemas.openxmlformats.org/drawingml/2006/main" prst="rect">
            <a:avLst/>
          </a:prstGeom>
        </p:spPr>
        <p:txBody>
          <a:bodyPr xmlns:a="http://schemas.openxmlformats.org/drawingml/2006/main" vert="horz" lIns="91440" tIns="45720" rIns="91440" bIns="45720" anchor="b">
            <a:normAutofit/>
          </a:bodyPr>
          <a:lstStyle xmlns:a="http://schemas.openxmlformats.org/drawingml/2006/main"/>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DACB382-EE11-430D-941A-DB76EEB7F2D5}"/>
              </a:ext>
            </a:extLst>
          </p:cNvPr>
          <p:cNvSpPr>
            <a:spLocks xmlns:a="http://schemas.openxmlformats.org/drawingml/2006/main" noGrp="1"/>
          </p:cNvSpPr>
          <p:nvPr>
            <p:ph type="ftr" idx="3"/>
          </p:nvPr>
        </p:nvSpPr>
        <p:spPr>
          <a:xfrm xmlns:a="http://schemas.openxmlformats.org/drawingml/2006/main" rot="16200000" flipH="1">
            <a:off x="-1131161" y="1592957"/>
            <a:ext cx="2973522"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000">
                <a:solidFill>
                  <a:schemeClr val="tx1"/>
                </a:solidFill>
              </a:defRPr>
            </a:lvl1pPr>
          </a:lstStyle>
          <a:p xmlns:a="http://schemas.openxmlformats.org/drawingml/2006/main">
            <a:endParaRPr/>
          </a:p>
        </p:txBody>
      </p:sp>
      <p:sp>
        <p:nvSpPr>
          <p:cNvPr id="3" name="Text Placeholder 2">
            <a:extLst xmlns:a="http://schemas.openxmlformats.org/drawingml/2006/main">
              <a:ext uri="{FF2B5EF4-FFF2-40B4-BE49-F238E27FC236}">
                <a16:creationId xmlns:a16="http://schemas.microsoft.com/office/drawing/2014/main" id="{19D76E94-F276-4F0F-8DD9-B1F8A3198AE1}"/>
              </a:ext>
            </a:extLst>
          </p:cNvPr>
          <p:cNvSpPr>
            <a:spLocks xmlns:a="http://schemas.openxmlformats.org/drawingml/2006/main" noGrp="1"/>
          </p:cNvSpPr>
          <p:nvPr>
            <p:ph type="body" idx="1"/>
          </p:nvPr>
        </p:nvSpPr>
        <p:spPr>
          <a:xfrm xmlns:a="http://schemas.openxmlformats.org/drawingml/2006/main">
            <a:off x="838200" y="2061469"/>
            <a:ext cx="10515600" cy="4114801"/>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14AD964E-3A2E-4DB9-B96A-EDE144A47BDC}"/>
              </a:ext>
            </a:extLst>
          </p:cNvPr>
          <p:cNvSpPr>
            <a:spLocks xmlns:a="http://schemas.openxmlformats.org/drawingml/2006/main" noGrp="1"/>
          </p:cNvSpPr>
          <p:nvPr>
            <p:ph type="dt" idx="2"/>
          </p:nvPr>
        </p:nvSpPr>
        <p:spPr>
          <a:xfrm xmlns:a="http://schemas.openxmlformats.org/drawingml/2006/main" rot="5400000">
            <a:off x="10425981" y="4687095"/>
            <a:ext cx="270669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000">
                <a:solidFill>
                  <a:schemeClr val="tx1"/>
                </a:solidFill>
              </a:defRPr>
            </a:lvl1pPr>
          </a:lstStyle>
          <a:p xmlns:a="http://schemas.openxmlformats.org/drawingml/2006/main">
            <a:fld id="{871B9433-C9E5-43C9-BAE0-1C68CE026B28}" type="datetimeFigureOut">
              <a:t>8/17/2026</a:t>
            </a:fld>
            <a:endParaRPr/>
          </a:p>
        </p:txBody>
      </p:sp>
      <p:sp>
        <p:nvSpPr>
          <p:cNvPr id="6" name="Slide Number Placeholder 5">
            <a:extLst xmlns:a="http://schemas.openxmlformats.org/drawingml/2006/main">
              <a:ext uri="{FF2B5EF4-FFF2-40B4-BE49-F238E27FC236}">
                <a16:creationId xmlns:a16="http://schemas.microsoft.com/office/drawing/2014/main" id="{A3C562FE-ACD1-43F2-A3DE-5B11E10B7EA5}"/>
              </a:ext>
            </a:extLst>
          </p:cNvPr>
          <p:cNvSpPr>
            <a:spLocks xmlns:a="http://schemas.openxmlformats.org/drawingml/2006/main" noGrp="1"/>
          </p:cNvSpPr>
          <p:nvPr>
            <p:ph type="sldNum" idx="4"/>
          </p:nvPr>
        </p:nvSpPr>
        <p:spPr>
          <a:xfrm xmlns:a="http://schemas.openxmlformats.org/drawingml/2006/main">
            <a:off x="11512296" y="6356350"/>
            <a:ext cx="57462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000">
                <a:solidFill>
                  <a:schemeClr val="tx1"/>
                </a:solidFill>
              </a:defRPr>
            </a:lvl1pPr>
          </a:lstStyle>
          <a:p xmlns:a="http://schemas.openxmlformats.org/drawingml/2006/main">
            <a:fld id="{9DA42802-E4C8-4D6F-B0D0-53DEA9BE3FA8}" type="slidenum">
              <a:t>‹#›</a:t>
            </a:fld>
            <a:endParaRPr/>
          </a:p>
        </p:txBody>
      </p:sp>
      <p:sp>
        <p:nvSpPr>
          <p:cNvPr id="13" name="Straight Connector 12">
            <a:extLst xmlns:a="http://schemas.openxmlformats.org/drawingml/2006/main">
              <a:ext uri="{FF2B5EF4-FFF2-40B4-BE49-F238E27FC236}">
                <a16:creationId xmlns:a16="http://schemas.microsoft.com/office/drawing/2014/main" id="{68960A79-C9F3-4826-B7CB-7C6AA6253B20}"/>
              </a:ext>
            </a:extLst>
          </p:cNvPr>
          <p:cNvSpPr>
            <a:spLocks xmlns:a="http://schemas.openxmlformats.org/drawingml/2006/main" noGrp="1"/>
          </p:cNvSpPr>
          <p:nvPr/>
        </p:nvSpPr>
        <p:spPr>
          <a:xfrm xmlns:a="http://schemas.openxmlformats.org/drawingml/2006/main" flipH="1">
            <a:off x="4" y="1824111"/>
            <a:ext cx="12191996" cy="0"/>
          </a:xfrm>
          <a:prstGeom xmlns:a="http://schemas.openxmlformats.org/drawingml/2006/main" prst="line">
            <a:avLst/>
          </a:prstGeom>
          <a:ln xmlns:a="http://schemas.openxmlformats.org/drawingml/2006/main">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4abbc7989334c18"/>
    <p:sldLayoutId xmlns:r="http://schemas.openxmlformats.org/officeDocument/2006/relationships" id="2147483650" r:id="R69de8384d17047b5"/>
    <p:sldLayoutId xmlns:r="http://schemas.openxmlformats.org/officeDocument/2006/relationships" id="2147483651" r:id="R73ec73fe4c5a4ca3"/>
    <p:sldLayoutId xmlns:r="http://schemas.openxmlformats.org/officeDocument/2006/relationships" id="2147483652" r:id="Rf908530bec3e488e"/>
    <p:sldLayoutId xmlns:r="http://schemas.openxmlformats.org/officeDocument/2006/relationships" id="2147483653" r:id="R235d7528327c44e7"/>
    <p:sldLayoutId xmlns:r="http://schemas.openxmlformats.org/officeDocument/2006/relationships" id="2147483654" r:id="Racbc6f191d4e424c"/>
    <p:sldLayoutId xmlns:r="http://schemas.openxmlformats.org/officeDocument/2006/relationships" id="2147483655" r:id="R571412d56bf641d8"/>
    <p:sldLayoutId xmlns:r="http://schemas.openxmlformats.org/officeDocument/2006/relationships" id="2147483656" r:id="R9c4f068784dd4389"/>
    <p:sldLayoutId xmlns:r="http://schemas.openxmlformats.org/officeDocument/2006/relationships" id="2147483657" r:id="Rf630f80e9e084378"/>
    <p:sldLayoutId xmlns:r="http://schemas.openxmlformats.org/officeDocument/2006/relationships" id="2147483658" r:id="Re7d4a860882348f5"/>
    <p:sldLayoutId xmlns:r="http://schemas.openxmlformats.org/officeDocument/2006/relationships" id="2147483659" r:id="R8963fa9c3963440e"/>
    <p:sldLayoutId xmlns:r="http://schemas.openxmlformats.org/officeDocument/2006/relationships" id="2147483660" r:id="R62392e06449e42b0"/>
    <p:sldLayoutId xmlns:r="http://schemas.openxmlformats.org/officeDocument/2006/relationships" id="2147483661" r:id="R8c7174fe14834ee8"/>
    <p:sldLayoutId xmlns:r="http://schemas.openxmlformats.org/officeDocument/2006/relationships" id="2147483662" r:id="R81f89639c3484c7b"/>
    <p:sldLayoutId xmlns:r="http://schemas.openxmlformats.org/officeDocument/2006/relationships" id="2147483663" r:id="Rdfda05562453413f"/>
    <p:sldLayoutId xmlns:r="http://schemas.openxmlformats.org/officeDocument/2006/relationships" id="2147483664" r:id="Rc52ec71413aa4416"/>
    <p:sldLayoutId xmlns:r="http://schemas.openxmlformats.org/officeDocument/2006/relationships" id="2147483665" r:id="R911723b7e37548c2"/>
    <p:sldLayoutId xmlns:r="http://schemas.openxmlformats.org/officeDocument/2006/relationships" id="2147483666" r:id="Rb53e0f5497824789"/>
    <p:sldLayoutId xmlns:r="http://schemas.openxmlformats.org/officeDocument/2006/relationships" id="2147483667" r:id="R2acd31d726514eaa"/>
    <p:sldLayoutId xmlns:r="http://schemas.openxmlformats.org/officeDocument/2006/relationships" id="2147483668" r:id="R23ba3808af974f09"/>
    <p:sldLayoutId xmlns:r="http://schemas.openxmlformats.org/officeDocument/2006/relationships" id="2147483669" r:id="Rbe74b6ca12be4d98"/>
    <p:sldLayoutId xmlns:r="http://schemas.openxmlformats.org/officeDocument/2006/relationships" id="2147483670" r:id="R815bf17915c04f01"/>
    <p:sldLayoutId xmlns:r="http://schemas.openxmlformats.org/officeDocument/2006/relationships" id="2147483671" r:id="R1a8fc8329e394371"/>
    <p:sldLayoutId xmlns:r="http://schemas.openxmlformats.org/officeDocument/2006/relationships" id="2147483672" r:id="R63e74f2be7794bd2"/>
    <p:sldLayoutId xmlns:r="http://schemas.openxmlformats.org/officeDocument/2006/relationships" id="2147483673" r:id="Ra5664df37fb54645"/>
    <p:sldLayoutId xmlns:r="http://schemas.openxmlformats.org/officeDocument/2006/relationships" id="2147483674" r:id="Rdb6285fa7ba241f2"/>
    <p:sldLayoutId xmlns:r="http://schemas.openxmlformats.org/officeDocument/2006/relationships" id="2147483675" r:id="R016f20b82aa544c9"/>
  </p:sldLayoutIdLst>
  <p:txStyles>
    <p:titleStyle>
      <a:lvl1pPr xmlns:a="http://schemas.openxmlformats.org/drawingml/2006/main" algn="l" defTabSz="914400">
        <a:lnSpc>
          <a:spcPct val="90000"/>
        </a:lnSpc>
        <a:spcBef>
          <a:spcPct val="0"/>
        </a:spcBef>
        <a:buNone/>
        <a:defRPr sz="4400" kern="1200" cap="all" baseline="0">
          <a:solidFill>
            <a:schemeClr val="tx1"/>
          </a:solidFill>
          <a:latin typeface="+mj-lt"/>
          <a:ea typeface="+mj-lt"/>
          <a:cs typeface="+mj-lt"/>
        </a:defRPr>
      </a:lvl1pPr>
    </p:titleStyle>
    <p:bodyStyle>
      <a:lvl1pPr xmlns:a="http://schemas.openxmlformats.org/drawingml/2006/main" marL="0" indent="0" algn="l" defTabSz="914400">
        <a:lnSpc>
          <a:spcPct val="110000"/>
        </a:lnSpc>
        <a:spcBef>
          <a:spcPts val="1000"/>
        </a:spcBef>
        <a:buSzPct val="80000"/>
        <a:buFont typeface="Arial"/>
        <a:buNone/>
        <a:defRPr sz="1800" kern="1200">
          <a:solidFill>
            <a:schemeClr val="tx1"/>
          </a:solidFill>
          <a:latin typeface="+mn-lt"/>
          <a:ea typeface="+mn-lt"/>
          <a:cs typeface="+mn-lt"/>
        </a:defRPr>
      </a:lvl1pPr>
      <a:lvl2pPr xmlns:a="http://schemas.openxmlformats.org/drawingml/2006/main" marL="502920" indent="-228600" algn="l" defTabSz="914400">
        <a:lnSpc>
          <a:spcPct val="110000"/>
        </a:lnSpc>
        <a:spcBef>
          <a:spcPts val="500"/>
        </a:spcBef>
        <a:buSzPct val="80000"/>
        <a:buFont typeface="Goudy Old Style"/>
        <a:buChar char="–"/>
        <a:defRPr sz="1600" i="1" kern="1200">
          <a:solidFill>
            <a:schemeClr val="tx1"/>
          </a:solidFill>
          <a:latin typeface="+mn-lt"/>
          <a:ea typeface="+mn-lt"/>
          <a:cs typeface="+mn-lt"/>
        </a:defRPr>
      </a:lvl2pPr>
      <a:lvl3pPr xmlns:a="http://schemas.openxmlformats.org/drawingml/2006/main" marL="822960" indent="-228600" algn="l" defTabSz="914400">
        <a:lnSpc>
          <a:spcPct val="110000"/>
        </a:lnSpc>
        <a:spcBef>
          <a:spcPts val="500"/>
        </a:spcBef>
        <a:buSzPct val="80000"/>
        <a:buFont typeface="Arial"/>
        <a:buChar char="•"/>
        <a:defRPr sz="1400" kern="1200">
          <a:solidFill>
            <a:schemeClr val="tx1"/>
          </a:solidFill>
          <a:latin typeface="+mn-lt"/>
          <a:ea typeface="+mn-lt"/>
          <a:cs typeface="+mn-lt"/>
        </a:defRPr>
      </a:lvl3pPr>
      <a:lvl4pPr xmlns:a="http://schemas.openxmlformats.org/drawingml/2006/main" marL="1097280" indent="-228600" algn="l" defTabSz="914400">
        <a:lnSpc>
          <a:spcPct val="110000"/>
        </a:lnSpc>
        <a:spcBef>
          <a:spcPts val="500"/>
        </a:spcBef>
        <a:buSzPct val="80000"/>
        <a:buFont typeface="Goudy Old Style"/>
        <a:buChar char="–"/>
        <a:defRPr sz="1400" i="1" kern="1200">
          <a:solidFill>
            <a:schemeClr val="tx1"/>
          </a:solidFill>
          <a:latin typeface="+mn-lt"/>
          <a:ea typeface="+mn-lt"/>
          <a:cs typeface="+mn-lt"/>
        </a:defRPr>
      </a:lvl4pPr>
      <a:lvl5pPr xmlns:a="http://schemas.openxmlformats.org/drawingml/2006/main" marL="1371600" indent="-228600" algn="l" defTabSz="914400">
        <a:lnSpc>
          <a:spcPct val="110000"/>
        </a:lnSpc>
        <a:spcBef>
          <a:spcPts val="500"/>
        </a:spcBef>
        <a:buSzPct val="80000"/>
        <a:buFont typeface="Arial"/>
        <a:buChar char="•"/>
        <a:defRPr sz="14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528">
          <p15:clr>
            <a:srgbClr xmlns:a="http://schemas.openxmlformats.org/drawingml/2006/main" val="F26B43"/>
          </p15:clr>
        </p15:guide>
        <p15:guide id="2" pos="528">
          <p15:clr>
            <a:srgbClr xmlns:a="http://schemas.openxmlformats.org/drawingml/2006/main" val="F26B43"/>
          </p15:clr>
        </p15:guide>
        <p15:guide id="3" orient="horz" pos="3792">
          <p15:clr>
            <a:srgbClr xmlns:a="http://schemas.openxmlformats.org/drawingml/2006/main" val="F26B43"/>
          </p15:clr>
        </p15:guide>
        <p15:guide id="4" pos="7152">
          <p15:clr>
            <a:srgbClr xmlns:a="http://schemas.openxmlformats.org/drawingml/2006/main" val="F26B43"/>
          </p15:clr>
        </p15:guide>
      </p15:sldGuideLst>
    </p:ext>
  </p:extLst>
</p:sldMaster>
</file>

<file path=ppt/slideMasters/theme/theme2.xml><?xml version="1.0" encoding="utf-8"?>
<a:theme xmlns:a="http://schemas.openxmlformats.org/drawingml/2006/main" name="Archway">
  <a:themeElements>
    <a:clrScheme name="Archway">
      <a:dk1>
        <a:sysClr val="windowText" lastClr="000000"/>
      </a:dk1>
      <a:lt1>
        <a:sysClr val="window" lastClr="FFFFFF"/>
      </a:lt1>
      <a:dk2>
        <a:srgbClr val="424C4E"/>
      </a:dk2>
      <a:lt2>
        <a:srgbClr val="EDE9E7"/>
      </a:lt2>
      <a:accent1>
        <a:srgbClr val="9FA597"/>
      </a:accent1>
      <a:accent2>
        <a:srgbClr val="AEA67E"/>
      </a:accent2>
      <a:accent3>
        <a:srgbClr val="957D71"/>
      </a:accent3>
      <a:accent4>
        <a:srgbClr val="C88769"/>
      </a:accent4>
      <a:accent5>
        <a:srgbClr val="97A4AA"/>
      </a:accent5>
      <a:accent6>
        <a:srgbClr val="9FA4A5"/>
      </a:accent6>
      <a:hlink>
        <a:srgbClr val="8C9484"/>
      </a:hlink>
      <a:folHlink>
        <a:srgbClr val="C17957"/>
      </a:folHlink>
    </a:clrScheme>
    <a:fontScheme name="Archway">
      <a:majorFont>
        <a:latin typeface="Felix Titling"/>
        <a:ea typeface=""/>
        <a:cs typeface=""/>
      </a:majorFont>
      <a:minorFont>
        <a:latin typeface="Goudy Old Style"/>
        <a:ea typeface=""/>
        <a:cs typeface=""/>
      </a:minorFont>
    </a:fontScheme>
    <a:fmtScheme name="Archway">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5.xml" Id="R0b33904a6f524607" /><Relationship Type="http://schemas.openxmlformats.org/officeDocument/2006/relationships/notesSlide" Target="/ppt/notesSlides/notesSlide1.xml" Id="R20b8c9a2a2de4d3e" /></Relationships>
</file>

<file path=ppt/slides/_rels/slide2.xml.rels>&#65279;<?xml version="1.0" encoding="utf-8"?><Relationships xmlns="http://schemas.openxmlformats.org/package/2006/relationships"><Relationship Type="http://schemas.openxmlformats.org/officeDocument/2006/relationships/slideLayout" Target="/ppt/slideLayouts/slideLayout25.xml" Id="Ra4370a532e1b4071" /><Relationship Type="http://schemas.openxmlformats.org/officeDocument/2006/relationships/notesSlide" Target="/ppt/notesSlides/notesSlide2.xml" Id="R9c7f8fa9152e434c" /></Relationships>
</file>

<file path=ppt/slides/_rels/slide3.xml.rels>&#65279;<?xml version="1.0" encoding="utf-8"?><Relationships xmlns="http://schemas.openxmlformats.org/package/2006/relationships"><Relationship Type="http://schemas.openxmlformats.org/officeDocument/2006/relationships/slideLayout" Target="/ppt/slideLayouts/slideLayout25.xml" Id="Rd012f2e585934c32" /><Relationship Type="http://schemas.openxmlformats.org/officeDocument/2006/relationships/notesSlide" Target="/ppt/notesSlides/notesSlide3.xml" Id="Re742cc0e4fc94fe7" /></Relationships>
</file>

<file path=ppt/slides/_rels/slide4.xml.rels>&#65279;<?xml version="1.0" encoding="utf-8"?><Relationships xmlns="http://schemas.openxmlformats.org/package/2006/relationships"><Relationship Type="http://schemas.openxmlformats.org/officeDocument/2006/relationships/slideLayout" Target="/ppt/slideLayouts/slideLayout25.xml" Id="Re1ecf92e44f4453f" /><Relationship Type="http://schemas.openxmlformats.org/officeDocument/2006/relationships/notesSlide" Target="/ppt/notesSlides/notesSlide4.xml" Id="Rc33ac9edb03a4862" /></Relationships>
</file>

<file path=ppt/slides/_rels/slide5.xml.rels>&#65279;<?xml version="1.0" encoding="utf-8"?><Relationships xmlns="http://schemas.openxmlformats.org/package/2006/relationships"><Relationship Type="http://schemas.openxmlformats.org/officeDocument/2006/relationships/slideLayout" Target="/ppt/slideLayouts/slideLayout25.xml" Id="R40b7007defe74acc" /><Relationship Type="http://schemas.openxmlformats.org/officeDocument/2006/relationships/notesSlide" Target="/ppt/notesSlides/notesSlide5.xml" Id="Ree77b5463daf4871" /></Relationships>
</file>

<file path=ppt/slides/_rels/slide6.xml.rels>&#65279;<?xml version="1.0" encoding="utf-8"?><Relationships xmlns="http://schemas.openxmlformats.org/package/2006/relationships"><Relationship Type="http://schemas.openxmlformats.org/officeDocument/2006/relationships/slideLayout" Target="/ppt/slideLayouts/slideLayout25.xml" Id="R23a525b2a26543b0" /><Relationship Type="http://schemas.openxmlformats.org/officeDocument/2006/relationships/notesSlide" Target="/ppt/notesSlides/notesSlide6.xml" Id="Rd23c85a801a245a4" /></Relationships>
</file>

<file path=ppt/slides/_rels/slide7.xml.rels>&#65279;<?xml version="1.0" encoding="utf-8"?><Relationships xmlns="http://schemas.openxmlformats.org/package/2006/relationships"><Relationship Type="http://schemas.openxmlformats.org/officeDocument/2006/relationships/slideLayout" Target="/ppt/slideLayouts/slideLayout25.xml" Id="R23ed5354e731430b" /><Relationship Type="http://schemas.openxmlformats.org/officeDocument/2006/relationships/notesSlide" Target="/ppt/notesSlides/notesSlide7.xml" Id="R8385389e4a354da7" /></Relationships>
</file>

<file path=ppt/slides/_rels/slide8.xml.rels>&#65279;<?xml version="1.0" encoding="utf-8"?><Relationships xmlns="http://schemas.openxmlformats.org/package/2006/relationships"><Relationship Type="http://schemas.openxmlformats.org/officeDocument/2006/relationships/slideLayout" Target="/ppt/slideLayouts/slideLayout25.xml" Id="R9c6a5476ab6344b8" /><Relationship Type="http://schemas.openxmlformats.org/officeDocument/2006/relationships/notesSlide" Target="/ppt/notesSlides/notesSlide8.xml" Id="R11db7d0385814e8b" /></Relationships>
</file>

<file path=ppt/slides/_rels/slide9.xml.rels>&#65279;<?xml version="1.0" encoding="utf-8"?><Relationships xmlns="http://schemas.openxmlformats.org/package/2006/relationships"><Relationship Type="http://schemas.openxmlformats.org/officeDocument/2006/relationships/slideLayout" Target="/ppt/slideLayouts/slideLayout25.xml" Id="Rc2ad4c46d8e04b82" /><Relationship Type="http://schemas.openxmlformats.org/officeDocument/2006/relationships/notesSlide" Target="/ppt/notesSlides/notesSlide9.xml" Id="R334570fab0e7439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5.xml" Id="R769c5a0b81c540bf" /><Relationship Type="http://schemas.openxmlformats.org/officeDocument/2006/relationships/notesSlide" Target="/ppt/notesSlides/notesSlide10.xml" Id="R654829642a3b40a4"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3BF63E2E-FE56-C987-42C2-D7E8E78553EE}"/>
              </a:ext>
            </a:extLst>
          </p:cNvPr>
          <p:cNvSpPr>
            <a:spLocks xmlns:a="http://schemas.openxmlformats.org/drawingml/2006/main" noGrp="1"/>
          </p:cNvSpPr>
          <p:nvPr/>
        </p:nvSpPr>
        <p:spPr>
          <a:xfrm xmlns:a="http://schemas.openxmlformats.org/drawingml/2006/main">
            <a:off x="0" y="0"/>
            <a:ext cx="228600" cy="6858000"/>
          </a:xfrm>
          <a:prstGeom xmlns:a="http://schemas.openxmlformats.org/drawingml/2006/main" prst="rect">
            <a:avLst/>
          </a:prstGeom>
          <a:solidFill xmlns:a="http://schemas.openxmlformats.org/drawingml/2006/main">
            <a:srgbClr val="3D8DFF"/>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 name="TextBox 2">
            <a:extLst xmlns:a="http://schemas.openxmlformats.org/drawingml/2006/main">
              <a:ext uri="{FF2B5EF4-FFF2-40B4-BE49-F238E27FC236}">
                <a16:creationId xmlns:a16="http://schemas.microsoft.com/office/drawing/2014/main" id="{6C86A998-BFF8-A247-62D6-B2DE921A4908}"/>
              </a:ext>
            </a:extLst>
          </p:cNvPr>
          <p:cNvSpPr>
            <a:spLocks xmlns:a="http://schemas.openxmlformats.org/drawingml/2006/main" noGrp="1"/>
          </p:cNvSpPr>
          <p:nvPr/>
        </p:nvSpPr>
        <p:spPr>
          <a:xfrm xmlns:a="http://schemas.openxmlformats.org/drawingml/2006/main">
            <a:off x="584200" y="495300"/>
            <a:ext cx="5842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200" b="1">
                <a:solidFill>
                  <a:srgbClr val="3D8DFF"/>
                </a:solidFill>
                <a:latin typeface="Aptos"/>
                <a:ea typeface="Aptos"/>
                <a:cs typeface="Aptos"/>
              </a:rPr>
              <a:t>DEV LIGHTNING TALK · AWESOME MOTIVE</a:t>
            </a:r>
          </a:p>
        </p:txBody>
      </p:sp>
      <p:sp>
        <p:nvSpPr>
          <p:cNvPr id="4" name="TextBox 3">
            <a:extLst xmlns:a="http://schemas.openxmlformats.org/drawingml/2006/main">
              <a:ext uri="{FF2B5EF4-FFF2-40B4-BE49-F238E27FC236}">
                <a16:creationId xmlns:a16="http://schemas.microsoft.com/office/drawing/2014/main" id="{94282D3B-B2ED-4841-06E2-63848C9358CB}"/>
              </a:ext>
            </a:extLst>
          </p:cNvPr>
          <p:cNvSpPr>
            <a:spLocks xmlns:a="http://schemas.openxmlformats.org/drawingml/2006/main" noGrp="1"/>
          </p:cNvSpPr>
          <p:nvPr/>
        </p:nvSpPr>
        <p:spPr>
          <a:xfrm xmlns:a="http://schemas.openxmlformats.org/drawingml/2006/main">
            <a:off x="584200" y="1676400"/>
            <a:ext cx="9652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5800" b="1">
                <a:solidFill>
                  <a:srgbClr val="0B1020"/>
                </a:solidFill>
                <a:latin typeface="Aptos Display"/>
                <a:ea typeface="Aptos Display"/>
                <a:cs typeface="Aptos Display"/>
              </a:rPr>
              <a:t>Too many tasks.</a:t>
            </a:r>
          </a:p>
          <a:p xmlns:a="http://schemas.openxmlformats.org/drawingml/2006/main">
            <a:r>
              <a:rPr sz="5800" b="1">
                <a:solidFill>
                  <a:srgbClr val="0B1020"/>
                </a:solidFill>
                <a:latin typeface="Aptos Display"/>
                <a:ea typeface="Aptos Display"/>
                <a:cs typeface="Aptos Display"/>
              </a:rPr>
              <a:t>One checkout.</a:t>
            </a:r>
          </a:p>
        </p:txBody>
      </p:sp>
      <p:sp>
        <p:nvSpPr>
          <p:cNvPr id="5" name="Straight Connector 4">
            <a:extLst xmlns:a="http://schemas.openxmlformats.org/drawingml/2006/main">
              <a:ext uri="{FF2B5EF4-FFF2-40B4-BE49-F238E27FC236}">
                <a16:creationId xmlns:a16="http://schemas.microsoft.com/office/drawing/2014/main" id="{0DF10DF2-123A-4979-96E8-13637F6816B3}"/>
              </a:ext>
            </a:extLst>
          </p:cNvPr>
          <p:cNvSpPr>
            <a:spLocks xmlns:a="http://schemas.openxmlformats.org/drawingml/2006/main" noGrp="1"/>
          </p:cNvSpPr>
          <p:nvPr/>
        </p:nvSpPr>
        <p:spPr>
          <a:xfrm xmlns:a="http://schemas.openxmlformats.org/drawingml/2006/main">
            <a:off x="609600" y="4178300"/>
            <a:ext cx="3835400" cy="0"/>
          </a:xfrm>
          <a:prstGeom xmlns:a="http://schemas.openxmlformats.org/drawingml/2006/main" prst="line">
            <a:avLst/>
          </a:prstGeom>
          <a:ln xmlns:a="http://schemas.openxmlformats.org/drawingml/2006/main" w="50800">
            <a:solidFill>
              <a:srgbClr val="3D8DFF"/>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AEB33273-6931-9CB6-1FF6-D8A0AB7786FD}"/>
              </a:ext>
            </a:extLst>
          </p:cNvPr>
          <p:cNvSpPr>
            <a:spLocks xmlns:a="http://schemas.openxmlformats.org/drawingml/2006/main" noGrp="1"/>
          </p:cNvSpPr>
          <p:nvPr/>
        </p:nvSpPr>
        <p:spPr>
          <a:xfrm xmlns:a="http://schemas.openxmlformats.org/drawingml/2006/main">
            <a:off x="584200" y="4635500"/>
            <a:ext cx="4318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2600" b="1">
                <a:solidFill>
                  <a:srgbClr val="0B1020"/>
                </a:solidFill>
                <a:latin typeface="Aptos"/>
                <a:ea typeface="Aptos"/>
                <a:cs typeface="Aptos"/>
              </a:rPr>
              <a:t>Multi-Agent Dev Factory</a:t>
            </a:r>
          </a:p>
        </p:txBody>
      </p:sp>
      <p:sp>
        <p:nvSpPr>
          <p:cNvPr id="7" name="TextBox 6">
            <a:extLst xmlns:a="http://schemas.openxmlformats.org/drawingml/2006/main">
              <a:ext uri="{FF2B5EF4-FFF2-40B4-BE49-F238E27FC236}">
                <a16:creationId xmlns:a16="http://schemas.microsoft.com/office/drawing/2014/main" id="{22A87252-E149-A53B-F519-BE5341417AE9}"/>
              </a:ext>
            </a:extLst>
          </p:cNvPr>
          <p:cNvSpPr>
            <a:spLocks xmlns:a="http://schemas.openxmlformats.org/drawingml/2006/main" noGrp="1"/>
          </p:cNvSpPr>
          <p:nvPr/>
        </p:nvSpPr>
        <p:spPr>
          <a:xfrm xmlns:a="http://schemas.openxmlformats.org/drawingml/2006/main">
            <a:off x="584200" y="5181600"/>
            <a:ext cx="8128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2000">
                <a:solidFill>
                  <a:srgbClr val="596579"/>
                </a:solidFill>
                <a:latin typeface="Aptos"/>
                <a:ea typeface="Aptos"/>
                <a:cs typeface="Aptos"/>
              </a:rPr>
              <a:t>Parallel AI development without babysitting </a:t>
            </a:r>
            <a:r>
              <a:rPr sz="2000">
                <a:solidFill>
                  <a:srgbClr val="596579"/>
                </a:solidFill>
                <a:latin typeface="Aptos"/>
                <a:ea typeface="Aptos"/>
                <a:cs typeface="Aptos"/>
              </a:rPr>
              <a:t>worktrees</a:t>
            </a:r>
            <a:endParaRPr sz="2000">
              <a:solidFill>
                <a:srgbClr val="596579"/>
              </a:solidFill>
              <a:latin typeface="Aptos"/>
              <a:ea typeface="Aptos"/>
              <a:cs typeface="Aptos"/>
            </a:endParaRPr>
          </a:p>
        </p:txBody>
      </p:sp>
      <p:sp>
        <p:nvSpPr>
          <p:cNvPr id="8" name="TextBox 7">
            <a:extLst xmlns:a="http://schemas.openxmlformats.org/drawingml/2006/main">
              <a:ext uri="{FF2B5EF4-FFF2-40B4-BE49-F238E27FC236}">
                <a16:creationId xmlns:a16="http://schemas.microsoft.com/office/drawing/2014/main" id="{64D48517-1098-C7F9-6069-42D723374FD5}"/>
              </a:ext>
            </a:extLst>
          </p:cNvPr>
          <p:cNvSpPr>
            <a:spLocks xmlns:a="http://schemas.openxmlformats.org/drawingml/2006/main" noGrp="1"/>
          </p:cNvSpPr>
          <p:nvPr/>
        </p:nvSpPr>
        <p:spPr>
          <a:xfrm xmlns:a="http://schemas.openxmlformats.org/drawingml/2006/main">
            <a:off x="584200" y="6184900"/>
            <a:ext cx="8255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300">
                <a:solidFill>
                  <a:srgbClr val="596579"/>
                </a:solidFill>
                <a:latin typeface="Cascadia Mono"/>
                <a:ea typeface="Cascadia Mono"/>
                <a:cs typeface="Cascadia Mono"/>
              </a:rPr>
              <a:t>100+ AwesomeHR Asana tasks · 75 through Factory</a:t>
            </a:r>
          </a:p>
        </p:txBody>
      </p:sp>
    </p:spTree>
    <p:extLst>
      <p:ext uri="{BB962C8B-B14F-4D97-AF65-F5344CB8AC3E}">
        <p14:creationId xmlns:p14="http://schemas.microsoft.com/office/powerpoint/2010/main" val="178504936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CF5F4818-033E-10CB-8936-5BC44F12B9F4}"/>
              </a:ext>
            </a:extLst>
          </p:cNvPr>
          <p:cNvSpPr>
            <a:spLocks xmlns:a="http://schemas.openxmlformats.org/drawingml/2006/main" noGrp="1"/>
          </p:cNvSpPr>
          <p:nvPr/>
        </p:nvSpPr>
        <p:spPr>
          <a:xfrm xmlns:a="http://schemas.openxmlformats.org/drawingml/2006/main">
            <a:off x="533400" y="393700"/>
            <a:ext cx="10668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3600" b="1">
                <a:solidFill>
                  <a:srgbClr val="0B1020"/>
                </a:solidFill>
                <a:latin typeface="Aptos Display"/>
                <a:ea typeface="Aptos Display"/>
                <a:cs typeface="Aptos Display"/>
              </a:rPr>
              <a:t>Worktrees and agent orchestration are now standard.</a:t>
            </a:r>
          </a:p>
        </p:txBody>
      </p:sp>
      <p:sp>
        <p:nvSpPr>
          <p:cNvPr id="3" name="TextBox 2">
            <a:extLst xmlns:a="http://schemas.openxmlformats.org/drawingml/2006/main">
              <a:ext uri="{FF2B5EF4-FFF2-40B4-BE49-F238E27FC236}">
                <a16:creationId xmlns:a16="http://schemas.microsoft.com/office/drawing/2014/main" id="{F6949213-0729-5594-4A16-E546A47B6C59}"/>
              </a:ext>
            </a:extLst>
          </p:cNvPr>
          <p:cNvSpPr>
            <a:spLocks xmlns:a="http://schemas.openxmlformats.org/drawingml/2006/main" noGrp="1"/>
          </p:cNvSpPr>
          <p:nvPr/>
        </p:nvSpPr>
        <p:spPr>
          <a:xfrm xmlns:a="http://schemas.openxmlformats.org/drawingml/2006/main">
            <a:off x="11366500" y="444500"/>
            <a:ext cx="304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r">
              <a:buNone/>
            </a:pPr>
            <a:r>
              <a:rPr sz="1000">
                <a:solidFill>
                  <a:srgbClr val="596579"/>
                </a:solidFill>
                <a:latin typeface="Aptos"/>
                <a:ea typeface="Aptos"/>
                <a:cs typeface="Aptos"/>
              </a:rPr>
              <a:t>2</a:t>
            </a:r>
          </a:p>
        </p:txBody>
      </p:sp>
      <p:sp>
        <p:nvSpPr>
          <p:cNvPr id="4" name="TextBox 3">
            <a:extLst xmlns:a="http://schemas.openxmlformats.org/drawingml/2006/main">
              <a:ext uri="{FF2B5EF4-FFF2-40B4-BE49-F238E27FC236}">
                <a16:creationId xmlns:a16="http://schemas.microsoft.com/office/drawing/2014/main" id="{4A530106-CFE8-3F54-C868-F2EAD2CDF932}"/>
              </a:ext>
            </a:extLst>
          </p:cNvPr>
          <p:cNvSpPr>
            <a:spLocks xmlns:a="http://schemas.openxmlformats.org/drawingml/2006/main" noGrp="1"/>
          </p:cNvSpPr>
          <p:nvPr/>
        </p:nvSpPr>
        <p:spPr>
          <a:xfrm xmlns:a="http://schemas.openxmlformats.org/drawingml/2006/main">
            <a:off x="685800" y="1574800"/>
            <a:ext cx="2540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2600" b="1">
                <a:solidFill>
                  <a:srgbClr val="0B1020"/>
                </a:solidFill>
                <a:latin typeface="Aptos"/>
                <a:ea typeface="Aptos"/>
                <a:cs typeface="Aptos"/>
              </a:rPr>
              <a:t>Agent tools</a:t>
            </a:r>
          </a:p>
        </p:txBody>
      </p:sp>
      <p:sp>
        <p:nvSpPr>
          <p:cNvPr id="5" name="TextBox 4">
            <a:extLst xmlns:a="http://schemas.openxmlformats.org/drawingml/2006/main">
              <a:ext uri="{FF2B5EF4-FFF2-40B4-BE49-F238E27FC236}">
                <a16:creationId xmlns:a16="http://schemas.microsoft.com/office/drawing/2014/main" id="{5DF0CAF7-8DC6-16F1-8FD7-B5E0DEE32132}"/>
              </a:ext>
            </a:extLst>
          </p:cNvPr>
          <p:cNvSpPr>
            <a:spLocks xmlns:a="http://schemas.openxmlformats.org/drawingml/2006/main" noGrp="1"/>
          </p:cNvSpPr>
          <p:nvPr/>
        </p:nvSpPr>
        <p:spPr>
          <a:xfrm xmlns:a="http://schemas.openxmlformats.org/drawingml/2006/main">
            <a:off x="3492500" y="1473200"/>
            <a:ext cx="762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ctr">
              <a:buNone/>
            </a:pPr>
            <a:r>
              <a:rPr sz="3800" b="1">
                <a:solidFill>
                  <a:srgbClr val="3D8DFF"/>
                </a:solidFill>
                <a:latin typeface="Aptos"/>
                <a:ea typeface="Aptos"/>
                <a:cs typeface="Aptos"/>
              </a:rPr>
              <a:t>≠</a:t>
            </a:r>
          </a:p>
        </p:txBody>
      </p:sp>
      <p:sp>
        <p:nvSpPr>
          <p:cNvPr id="6" name="TextBox 5">
            <a:extLst xmlns:a="http://schemas.openxmlformats.org/drawingml/2006/main">
              <a:ext uri="{FF2B5EF4-FFF2-40B4-BE49-F238E27FC236}">
                <a16:creationId xmlns:a16="http://schemas.microsoft.com/office/drawing/2014/main" id="{E8248DFD-9FC8-84D7-7C3F-7B00863EB8BF}"/>
              </a:ext>
            </a:extLst>
          </p:cNvPr>
          <p:cNvSpPr>
            <a:spLocks xmlns:a="http://schemas.openxmlformats.org/drawingml/2006/main" noGrp="1"/>
          </p:cNvSpPr>
          <p:nvPr/>
        </p:nvSpPr>
        <p:spPr>
          <a:xfrm xmlns:a="http://schemas.openxmlformats.org/drawingml/2006/main">
            <a:off x="4521200" y="1574800"/>
            <a:ext cx="3302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2600" b="1">
                <a:solidFill>
                  <a:srgbClr val="0B1020"/>
                </a:solidFill>
                <a:latin typeface="Aptos"/>
                <a:ea typeface="Aptos"/>
                <a:cs typeface="Aptos"/>
              </a:rPr>
              <a:t>Environment scheduler</a:t>
            </a:r>
          </a:p>
        </p:txBody>
      </p:sp>
      <p:sp>
        <p:nvSpPr>
          <p:cNvPr id="7" name="Straight Connector 6">
            <a:extLst xmlns:a="http://schemas.openxmlformats.org/drawingml/2006/main">
              <a:ext uri="{FF2B5EF4-FFF2-40B4-BE49-F238E27FC236}">
                <a16:creationId xmlns:a16="http://schemas.microsoft.com/office/drawing/2014/main" id="{E48F23CF-ECFB-42E3-B338-359A1385CE7A}"/>
              </a:ext>
            </a:extLst>
          </p:cNvPr>
          <p:cNvSpPr>
            <a:spLocks xmlns:a="http://schemas.openxmlformats.org/drawingml/2006/main" noGrp="1"/>
          </p:cNvSpPr>
          <p:nvPr/>
        </p:nvSpPr>
        <p:spPr>
          <a:xfrm xmlns:a="http://schemas.openxmlformats.org/drawingml/2006/main">
            <a:off x="609600" y="2641600"/>
            <a:ext cx="1981200" cy="0"/>
          </a:xfrm>
          <a:prstGeom xmlns:a="http://schemas.openxmlformats.org/drawingml/2006/main" prst="line">
            <a:avLst/>
          </a:prstGeom>
          <a:ln xmlns:a="http://schemas.openxmlformats.org/drawingml/2006/main" w="19050">
            <a:solidFill>
              <a:srgbClr val="BCC7D6"/>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8" name="TextBox 7">
            <a:extLst xmlns:a="http://schemas.openxmlformats.org/drawingml/2006/main">
              <a:ext uri="{FF2B5EF4-FFF2-40B4-BE49-F238E27FC236}">
                <a16:creationId xmlns:a16="http://schemas.microsoft.com/office/drawing/2014/main" id="{444D47AC-C91C-56AF-A965-A91CC4DF0411}"/>
              </a:ext>
            </a:extLst>
          </p:cNvPr>
          <p:cNvSpPr>
            <a:spLocks xmlns:a="http://schemas.openxmlformats.org/drawingml/2006/main" noGrp="1"/>
          </p:cNvSpPr>
          <p:nvPr/>
        </p:nvSpPr>
        <p:spPr>
          <a:xfrm xmlns:a="http://schemas.openxmlformats.org/drawingml/2006/main">
            <a:off x="609600" y="2857500"/>
            <a:ext cx="558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400" b="1">
                <a:solidFill>
                  <a:srgbClr val="3D8DFF"/>
                </a:solidFill>
                <a:latin typeface="Cascadia Mono"/>
                <a:ea typeface="Cascadia Mono"/>
                <a:cs typeface="Cascadia Mono"/>
              </a:rPr>
              <a:t>01</a:t>
            </a:r>
          </a:p>
        </p:txBody>
      </p:sp>
      <p:sp>
        <p:nvSpPr>
          <p:cNvPr id="9" name="TextBox 8">
            <a:extLst xmlns:a="http://schemas.openxmlformats.org/drawingml/2006/main">
              <a:ext uri="{FF2B5EF4-FFF2-40B4-BE49-F238E27FC236}">
                <a16:creationId xmlns:a16="http://schemas.microsoft.com/office/drawing/2014/main" id="{AD1DF4B4-BCA3-039F-D8ED-8D16FBF1CEB9}"/>
              </a:ext>
            </a:extLst>
          </p:cNvPr>
          <p:cNvSpPr>
            <a:spLocks xmlns:a="http://schemas.openxmlformats.org/drawingml/2006/main" noGrp="1"/>
          </p:cNvSpPr>
          <p:nvPr/>
        </p:nvSpPr>
        <p:spPr>
          <a:xfrm xmlns:a="http://schemas.openxmlformats.org/drawingml/2006/main">
            <a:off x="609600" y="3378200"/>
            <a:ext cx="1955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2000" b="1">
                <a:solidFill>
                  <a:srgbClr val="0B1020"/>
                </a:solidFill>
                <a:latin typeface="Aptos"/>
                <a:ea typeface="Aptos"/>
                <a:cs typeface="Aptos"/>
              </a:rPr>
              <a:t>Claude</a:t>
            </a:r>
          </a:p>
        </p:txBody>
      </p:sp>
      <p:sp>
        <p:nvSpPr>
          <p:cNvPr id="10" name="TextBox 9">
            <a:extLst xmlns:a="http://schemas.openxmlformats.org/drawingml/2006/main">
              <a:ext uri="{FF2B5EF4-FFF2-40B4-BE49-F238E27FC236}">
                <a16:creationId xmlns:a16="http://schemas.microsoft.com/office/drawing/2014/main" id="{D0E432B5-2153-A133-2E07-CFC1CCDD269F}"/>
              </a:ext>
            </a:extLst>
          </p:cNvPr>
          <p:cNvSpPr>
            <a:spLocks xmlns:a="http://schemas.openxmlformats.org/drawingml/2006/main" noGrp="1"/>
          </p:cNvSpPr>
          <p:nvPr/>
        </p:nvSpPr>
        <p:spPr>
          <a:xfrm xmlns:a="http://schemas.openxmlformats.org/drawingml/2006/main">
            <a:off x="609600" y="3924300"/>
            <a:ext cx="1955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500">
                <a:solidFill>
                  <a:srgbClr val="596579"/>
                </a:solidFill>
                <a:latin typeface="Aptos"/>
                <a:ea typeface="Aptos"/>
                <a:cs typeface="Aptos"/>
              </a:rPr>
              <a:t>worktrees + autoPort preview</a:t>
            </a:r>
          </a:p>
        </p:txBody>
      </p:sp>
      <p:sp>
        <p:nvSpPr>
          <p:cNvPr id="11" name="Straight Connector 10">
            <a:extLst xmlns:a="http://schemas.openxmlformats.org/drawingml/2006/main">
              <a:ext uri="{FF2B5EF4-FFF2-40B4-BE49-F238E27FC236}">
                <a16:creationId xmlns:a16="http://schemas.microsoft.com/office/drawing/2014/main" id="{F5075625-1E0F-4F4A-AE6E-F2DEDE7411FD}"/>
              </a:ext>
            </a:extLst>
          </p:cNvPr>
          <p:cNvSpPr>
            <a:spLocks xmlns:a="http://schemas.openxmlformats.org/drawingml/2006/main" noGrp="1"/>
          </p:cNvSpPr>
          <p:nvPr/>
        </p:nvSpPr>
        <p:spPr>
          <a:xfrm xmlns:a="http://schemas.openxmlformats.org/drawingml/2006/main">
            <a:off x="2819400" y="2641600"/>
            <a:ext cx="1981200" cy="0"/>
          </a:xfrm>
          <a:prstGeom xmlns:a="http://schemas.openxmlformats.org/drawingml/2006/main" prst="line">
            <a:avLst/>
          </a:prstGeom>
          <a:ln xmlns:a="http://schemas.openxmlformats.org/drawingml/2006/main" w="19050">
            <a:solidFill>
              <a:srgbClr val="BCC7D6"/>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12" name="TextBox 11">
            <a:extLst xmlns:a="http://schemas.openxmlformats.org/drawingml/2006/main">
              <a:ext uri="{FF2B5EF4-FFF2-40B4-BE49-F238E27FC236}">
                <a16:creationId xmlns:a16="http://schemas.microsoft.com/office/drawing/2014/main" id="{F149D569-D890-B3D7-F7E2-4DF98EC1FBC7}"/>
              </a:ext>
            </a:extLst>
          </p:cNvPr>
          <p:cNvSpPr>
            <a:spLocks xmlns:a="http://schemas.openxmlformats.org/drawingml/2006/main" noGrp="1"/>
          </p:cNvSpPr>
          <p:nvPr/>
        </p:nvSpPr>
        <p:spPr>
          <a:xfrm xmlns:a="http://schemas.openxmlformats.org/drawingml/2006/main">
            <a:off x="2819400" y="2857500"/>
            <a:ext cx="558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400" b="1">
                <a:solidFill>
                  <a:srgbClr val="3D8DFF"/>
                </a:solidFill>
                <a:latin typeface="Cascadia Mono"/>
                <a:ea typeface="Cascadia Mono"/>
                <a:cs typeface="Cascadia Mono"/>
              </a:rPr>
              <a:t>02</a:t>
            </a:r>
          </a:p>
        </p:txBody>
      </p:sp>
      <p:sp>
        <p:nvSpPr>
          <p:cNvPr id="13" name="TextBox 12">
            <a:extLst xmlns:a="http://schemas.openxmlformats.org/drawingml/2006/main">
              <a:ext uri="{FF2B5EF4-FFF2-40B4-BE49-F238E27FC236}">
                <a16:creationId xmlns:a16="http://schemas.microsoft.com/office/drawing/2014/main" id="{BBB0094F-2A6B-213C-8724-29682069318C}"/>
              </a:ext>
            </a:extLst>
          </p:cNvPr>
          <p:cNvSpPr>
            <a:spLocks xmlns:a="http://schemas.openxmlformats.org/drawingml/2006/main" noGrp="1"/>
          </p:cNvSpPr>
          <p:nvPr/>
        </p:nvSpPr>
        <p:spPr>
          <a:xfrm xmlns:a="http://schemas.openxmlformats.org/drawingml/2006/main">
            <a:off x="2819400" y="3378200"/>
            <a:ext cx="1955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2000" b="1">
                <a:solidFill>
                  <a:srgbClr val="0B1020"/>
                </a:solidFill>
                <a:latin typeface="Aptos"/>
                <a:ea typeface="Aptos"/>
                <a:cs typeface="Aptos"/>
              </a:rPr>
              <a:t>Codex</a:t>
            </a:r>
          </a:p>
        </p:txBody>
      </p:sp>
      <p:sp>
        <p:nvSpPr>
          <p:cNvPr id="14" name="TextBox 13">
            <a:extLst xmlns:a="http://schemas.openxmlformats.org/drawingml/2006/main">
              <a:ext uri="{FF2B5EF4-FFF2-40B4-BE49-F238E27FC236}">
                <a16:creationId xmlns:a16="http://schemas.microsoft.com/office/drawing/2014/main" id="{2BD2F5B9-EE0F-D1B0-6356-09BB38CC8209}"/>
              </a:ext>
            </a:extLst>
          </p:cNvPr>
          <p:cNvSpPr>
            <a:spLocks xmlns:a="http://schemas.openxmlformats.org/drawingml/2006/main" noGrp="1"/>
          </p:cNvSpPr>
          <p:nvPr/>
        </p:nvSpPr>
        <p:spPr>
          <a:xfrm xmlns:a="http://schemas.openxmlformats.org/drawingml/2006/main">
            <a:off x="2819400" y="3924300"/>
            <a:ext cx="1955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500">
                <a:solidFill>
                  <a:srgbClr val="596579"/>
                </a:solidFill>
                <a:latin typeface="Aptos"/>
                <a:ea typeface="Aptos"/>
                <a:cs typeface="Aptos"/>
              </a:rPr>
              <a:t>setup + tests + /review</a:t>
            </a:r>
          </a:p>
        </p:txBody>
      </p:sp>
      <p:sp>
        <p:nvSpPr>
          <p:cNvPr id="15" name="Straight Connector 14">
            <a:extLst xmlns:a="http://schemas.openxmlformats.org/drawingml/2006/main">
              <a:ext uri="{FF2B5EF4-FFF2-40B4-BE49-F238E27FC236}">
                <a16:creationId xmlns:a16="http://schemas.microsoft.com/office/drawing/2014/main" id="{1B2325C1-612F-4DDB-B7C1-1D9F7C4954AB}"/>
              </a:ext>
            </a:extLst>
          </p:cNvPr>
          <p:cNvSpPr>
            <a:spLocks xmlns:a="http://schemas.openxmlformats.org/drawingml/2006/main" noGrp="1"/>
          </p:cNvSpPr>
          <p:nvPr/>
        </p:nvSpPr>
        <p:spPr>
          <a:xfrm xmlns:a="http://schemas.openxmlformats.org/drawingml/2006/main">
            <a:off x="5029200" y="2641600"/>
            <a:ext cx="1981200" cy="0"/>
          </a:xfrm>
          <a:prstGeom xmlns:a="http://schemas.openxmlformats.org/drawingml/2006/main" prst="line">
            <a:avLst/>
          </a:prstGeom>
          <a:ln xmlns:a="http://schemas.openxmlformats.org/drawingml/2006/main" w="19050">
            <a:solidFill>
              <a:srgbClr val="BCC7D6"/>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16" name="TextBox 15">
            <a:extLst xmlns:a="http://schemas.openxmlformats.org/drawingml/2006/main">
              <a:ext uri="{FF2B5EF4-FFF2-40B4-BE49-F238E27FC236}">
                <a16:creationId xmlns:a16="http://schemas.microsoft.com/office/drawing/2014/main" id="{D504FC9E-6DDE-C4A6-5AFC-C778902ACD7D}"/>
              </a:ext>
            </a:extLst>
          </p:cNvPr>
          <p:cNvSpPr>
            <a:spLocks xmlns:a="http://schemas.openxmlformats.org/drawingml/2006/main" noGrp="1"/>
          </p:cNvSpPr>
          <p:nvPr/>
        </p:nvSpPr>
        <p:spPr>
          <a:xfrm xmlns:a="http://schemas.openxmlformats.org/drawingml/2006/main">
            <a:off x="5029200" y="2857500"/>
            <a:ext cx="558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400" b="1">
                <a:solidFill>
                  <a:srgbClr val="3D8DFF"/>
                </a:solidFill>
                <a:latin typeface="Cascadia Mono"/>
                <a:ea typeface="Cascadia Mono"/>
                <a:cs typeface="Cascadia Mono"/>
              </a:rPr>
              <a:t>03</a:t>
            </a:r>
          </a:p>
        </p:txBody>
      </p:sp>
      <p:sp>
        <p:nvSpPr>
          <p:cNvPr id="17" name="TextBox 16">
            <a:extLst xmlns:a="http://schemas.openxmlformats.org/drawingml/2006/main">
              <a:ext uri="{FF2B5EF4-FFF2-40B4-BE49-F238E27FC236}">
                <a16:creationId xmlns:a16="http://schemas.microsoft.com/office/drawing/2014/main" id="{A1A99564-A691-1FA1-3748-5DA1859091A5}"/>
              </a:ext>
            </a:extLst>
          </p:cNvPr>
          <p:cNvSpPr>
            <a:spLocks xmlns:a="http://schemas.openxmlformats.org/drawingml/2006/main" noGrp="1"/>
          </p:cNvSpPr>
          <p:nvPr/>
        </p:nvSpPr>
        <p:spPr>
          <a:xfrm xmlns:a="http://schemas.openxmlformats.org/drawingml/2006/main">
            <a:off x="5029200" y="3378200"/>
            <a:ext cx="1955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2000" b="1">
                <a:solidFill>
                  <a:srgbClr val="0B1020"/>
                </a:solidFill>
                <a:latin typeface="Aptos"/>
                <a:ea typeface="Aptos"/>
                <a:cs typeface="Aptos"/>
              </a:rPr>
              <a:t>GitHub</a:t>
            </a:r>
          </a:p>
        </p:txBody>
      </p:sp>
      <p:sp>
        <p:nvSpPr>
          <p:cNvPr id="18" name="TextBox 17">
            <a:extLst xmlns:a="http://schemas.openxmlformats.org/drawingml/2006/main">
              <a:ext uri="{FF2B5EF4-FFF2-40B4-BE49-F238E27FC236}">
                <a16:creationId xmlns:a16="http://schemas.microsoft.com/office/drawing/2014/main" id="{8F15EE42-2392-1E5F-8010-37B042962964}"/>
              </a:ext>
            </a:extLst>
          </p:cNvPr>
          <p:cNvSpPr>
            <a:spLocks xmlns:a="http://schemas.openxmlformats.org/drawingml/2006/main" noGrp="1"/>
          </p:cNvSpPr>
          <p:nvPr/>
        </p:nvSpPr>
        <p:spPr>
          <a:xfrm xmlns:a="http://schemas.openxmlformats.org/drawingml/2006/main">
            <a:off x="5029200" y="3924300"/>
            <a:ext cx="1955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500">
                <a:solidFill>
                  <a:srgbClr val="596579"/>
                </a:solidFill>
                <a:latin typeface="Aptos"/>
                <a:ea typeface="Aptos"/>
                <a:cs typeface="Aptos"/>
              </a:rPr>
              <a:t>isolated runner + DB service</a:t>
            </a:r>
          </a:p>
        </p:txBody>
      </p:sp>
      <p:sp>
        <p:nvSpPr>
          <p:cNvPr id="19" name="Straight Connector 18">
            <a:extLst xmlns:a="http://schemas.openxmlformats.org/drawingml/2006/main">
              <a:ext uri="{FF2B5EF4-FFF2-40B4-BE49-F238E27FC236}">
                <a16:creationId xmlns:a16="http://schemas.microsoft.com/office/drawing/2014/main" id="{55B70F55-8BC3-4022-8523-70466AB4B1DC}"/>
              </a:ext>
            </a:extLst>
          </p:cNvPr>
          <p:cNvSpPr>
            <a:spLocks xmlns:a="http://schemas.openxmlformats.org/drawingml/2006/main" noGrp="1"/>
          </p:cNvSpPr>
          <p:nvPr/>
        </p:nvSpPr>
        <p:spPr>
          <a:xfrm xmlns:a="http://schemas.openxmlformats.org/drawingml/2006/main">
            <a:off x="7239000" y="2641600"/>
            <a:ext cx="1981200" cy="0"/>
          </a:xfrm>
          <a:prstGeom xmlns:a="http://schemas.openxmlformats.org/drawingml/2006/main" prst="line">
            <a:avLst/>
          </a:prstGeom>
          <a:ln xmlns:a="http://schemas.openxmlformats.org/drawingml/2006/main" w="19050">
            <a:solidFill>
              <a:srgbClr val="BCC7D6"/>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20" name="TextBox 19">
            <a:extLst xmlns:a="http://schemas.openxmlformats.org/drawingml/2006/main">
              <a:ext uri="{FF2B5EF4-FFF2-40B4-BE49-F238E27FC236}">
                <a16:creationId xmlns:a16="http://schemas.microsoft.com/office/drawing/2014/main" id="{E6298F86-9E3F-C8C4-FA2B-6658589E602A}"/>
              </a:ext>
            </a:extLst>
          </p:cNvPr>
          <p:cNvSpPr>
            <a:spLocks xmlns:a="http://schemas.openxmlformats.org/drawingml/2006/main" noGrp="1"/>
          </p:cNvSpPr>
          <p:nvPr/>
        </p:nvSpPr>
        <p:spPr>
          <a:xfrm xmlns:a="http://schemas.openxmlformats.org/drawingml/2006/main">
            <a:off x="7239000" y="2857500"/>
            <a:ext cx="558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400" b="1">
                <a:solidFill>
                  <a:srgbClr val="3D8DFF"/>
                </a:solidFill>
                <a:latin typeface="Cascadia Mono"/>
                <a:ea typeface="Cascadia Mono"/>
                <a:cs typeface="Cascadia Mono"/>
              </a:rPr>
              <a:t>04</a:t>
            </a:r>
          </a:p>
        </p:txBody>
      </p:sp>
      <p:sp>
        <p:nvSpPr>
          <p:cNvPr id="21" name="TextBox 20">
            <a:extLst xmlns:a="http://schemas.openxmlformats.org/drawingml/2006/main">
              <a:ext uri="{FF2B5EF4-FFF2-40B4-BE49-F238E27FC236}">
                <a16:creationId xmlns:a16="http://schemas.microsoft.com/office/drawing/2014/main" id="{898F2790-6F2B-0372-3343-48E076EA9CFA}"/>
              </a:ext>
            </a:extLst>
          </p:cNvPr>
          <p:cNvSpPr>
            <a:spLocks xmlns:a="http://schemas.openxmlformats.org/drawingml/2006/main" noGrp="1"/>
          </p:cNvSpPr>
          <p:nvPr/>
        </p:nvSpPr>
        <p:spPr>
          <a:xfrm xmlns:a="http://schemas.openxmlformats.org/drawingml/2006/main">
            <a:off x="7239000" y="3378200"/>
            <a:ext cx="1955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2000" b="1">
                <a:solidFill>
                  <a:srgbClr val="0B1020"/>
                </a:solidFill>
                <a:latin typeface="Aptos"/>
                <a:ea typeface="Aptos"/>
                <a:cs typeface="Aptos"/>
              </a:rPr>
              <a:t>Factory.ai</a:t>
            </a:r>
          </a:p>
        </p:txBody>
      </p:sp>
      <p:sp>
        <p:nvSpPr>
          <p:cNvPr id="22" name="TextBox 21">
            <a:extLst xmlns:a="http://schemas.openxmlformats.org/drawingml/2006/main">
              <a:ext uri="{FF2B5EF4-FFF2-40B4-BE49-F238E27FC236}">
                <a16:creationId xmlns:a16="http://schemas.microsoft.com/office/drawing/2014/main" id="{CE143016-5697-05CC-24EC-64F73F34A90C}"/>
              </a:ext>
            </a:extLst>
          </p:cNvPr>
          <p:cNvSpPr>
            <a:spLocks xmlns:a="http://schemas.openxmlformats.org/drawingml/2006/main" noGrp="1"/>
          </p:cNvSpPr>
          <p:nvPr/>
        </p:nvSpPr>
        <p:spPr>
          <a:xfrm xmlns:a="http://schemas.openxmlformats.org/drawingml/2006/main">
            <a:off x="7239000" y="3924300"/>
            <a:ext cx="1955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500">
                <a:solidFill>
                  <a:srgbClr val="596579"/>
                </a:solidFill>
                <a:latin typeface="Aptos"/>
                <a:ea typeface="Aptos"/>
                <a:cs typeface="Aptos"/>
              </a:rPr>
              <a:t>Missions + QA + review</a:t>
            </a:r>
          </a:p>
        </p:txBody>
      </p:sp>
      <p:sp>
        <p:nvSpPr>
          <p:cNvPr id="23" name="Straight Connector 22">
            <a:extLst xmlns:a="http://schemas.openxmlformats.org/drawingml/2006/main">
              <a:ext uri="{FF2B5EF4-FFF2-40B4-BE49-F238E27FC236}">
                <a16:creationId xmlns:a16="http://schemas.microsoft.com/office/drawing/2014/main" id="{7C10E6A2-5091-4534-B391-21E3DB42B8C1}"/>
              </a:ext>
            </a:extLst>
          </p:cNvPr>
          <p:cNvSpPr>
            <a:spLocks xmlns:a="http://schemas.openxmlformats.org/drawingml/2006/main" noGrp="1"/>
          </p:cNvSpPr>
          <p:nvPr/>
        </p:nvSpPr>
        <p:spPr>
          <a:xfrm xmlns:a="http://schemas.openxmlformats.org/drawingml/2006/main">
            <a:off x="9448800" y="2641600"/>
            <a:ext cx="1981200" cy="0"/>
          </a:xfrm>
          <a:prstGeom xmlns:a="http://schemas.openxmlformats.org/drawingml/2006/main" prst="line">
            <a:avLst/>
          </a:prstGeom>
          <a:ln xmlns:a="http://schemas.openxmlformats.org/drawingml/2006/main" w="19050">
            <a:solidFill>
              <a:srgbClr val="BCC7D6"/>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24" name="TextBox 23">
            <a:extLst xmlns:a="http://schemas.openxmlformats.org/drawingml/2006/main">
              <a:ext uri="{FF2B5EF4-FFF2-40B4-BE49-F238E27FC236}">
                <a16:creationId xmlns:a16="http://schemas.microsoft.com/office/drawing/2014/main" id="{E0E77E98-BB18-61D4-10C4-46EB5370640A}"/>
              </a:ext>
            </a:extLst>
          </p:cNvPr>
          <p:cNvSpPr>
            <a:spLocks xmlns:a="http://schemas.openxmlformats.org/drawingml/2006/main" noGrp="1"/>
          </p:cNvSpPr>
          <p:nvPr/>
        </p:nvSpPr>
        <p:spPr>
          <a:xfrm xmlns:a="http://schemas.openxmlformats.org/drawingml/2006/main">
            <a:off x="9448800" y="2857500"/>
            <a:ext cx="558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400" b="1">
                <a:solidFill>
                  <a:srgbClr val="3D8DFF"/>
                </a:solidFill>
                <a:latin typeface="Cascadia Mono"/>
                <a:ea typeface="Cascadia Mono"/>
                <a:cs typeface="Cascadia Mono"/>
              </a:rPr>
              <a:t>05</a:t>
            </a:r>
          </a:p>
        </p:txBody>
      </p:sp>
      <p:sp>
        <p:nvSpPr>
          <p:cNvPr id="25" name="TextBox 24">
            <a:extLst xmlns:a="http://schemas.openxmlformats.org/drawingml/2006/main">
              <a:ext uri="{FF2B5EF4-FFF2-40B4-BE49-F238E27FC236}">
                <a16:creationId xmlns:a16="http://schemas.microsoft.com/office/drawing/2014/main" id="{58E087F6-6A7A-9843-CDF8-5697809BDC42}"/>
              </a:ext>
            </a:extLst>
          </p:cNvPr>
          <p:cNvSpPr>
            <a:spLocks xmlns:a="http://schemas.openxmlformats.org/drawingml/2006/main" noGrp="1"/>
          </p:cNvSpPr>
          <p:nvPr/>
        </p:nvSpPr>
        <p:spPr>
          <a:xfrm xmlns:a="http://schemas.openxmlformats.org/drawingml/2006/main">
            <a:off x="9448800" y="3378200"/>
            <a:ext cx="1955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2000" b="1">
                <a:solidFill>
                  <a:srgbClr val="0B1020"/>
                </a:solidFill>
                <a:latin typeface="Aptos"/>
                <a:ea typeface="Aptos"/>
                <a:cs typeface="Aptos"/>
              </a:rPr>
              <a:t>The gap</a:t>
            </a:r>
          </a:p>
        </p:txBody>
      </p:sp>
      <p:sp>
        <p:nvSpPr>
          <p:cNvPr id="26" name="TextBox 25">
            <a:extLst xmlns:a="http://schemas.openxmlformats.org/drawingml/2006/main">
              <a:ext uri="{FF2B5EF4-FFF2-40B4-BE49-F238E27FC236}">
                <a16:creationId xmlns:a16="http://schemas.microsoft.com/office/drawing/2014/main" id="{58B41A7B-2738-5FC6-822D-3B13F76B8B42}"/>
              </a:ext>
            </a:extLst>
          </p:cNvPr>
          <p:cNvSpPr>
            <a:spLocks xmlns:a="http://schemas.openxmlformats.org/drawingml/2006/main" noGrp="1"/>
          </p:cNvSpPr>
          <p:nvPr/>
        </p:nvSpPr>
        <p:spPr>
          <a:xfrm xmlns:a="http://schemas.openxmlformats.org/drawingml/2006/main">
            <a:off x="9448800" y="3924300"/>
            <a:ext cx="1955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500">
                <a:solidFill>
                  <a:srgbClr val="596579"/>
                </a:solidFill>
                <a:latin typeface="Aptos"/>
                <a:ea typeface="Aptos"/>
                <a:cs typeface="Aptos"/>
              </a:rPr>
              <a:t>local queue + full lifecycle</a:t>
            </a:r>
            <a:endParaRPr sz="1500">
              <a:solidFill>
                <a:srgbClr val="596579"/>
              </a:solidFill>
              <a:latin typeface="Aptos"/>
              <a:ea typeface="Aptos"/>
              <a:cs typeface="Aptos"/>
            </a:endParaRPr>
          </a:p>
        </p:txBody>
      </p:sp>
      <p:sp>
        <p:nvSpPr>
          <p:cNvPr id="27" name="Rectangle: Rounded Corners 26">
            <a:extLst xmlns:a="http://schemas.openxmlformats.org/drawingml/2006/main">
              <a:ext uri="{FF2B5EF4-FFF2-40B4-BE49-F238E27FC236}">
                <a16:creationId xmlns:a16="http://schemas.microsoft.com/office/drawing/2014/main" id="{F76DBB31-1DB9-59BA-6FBC-362E25B4E296}"/>
              </a:ext>
            </a:extLst>
          </p:cNvPr>
          <p:cNvSpPr>
            <a:spLocks xmlns:a="http://schemas.openxmlformats.org/drawingml/2006/main" noGrp="1"/>
          </p:cNvSpPr>
          <p:nvPr/>
        </p:nvSpPr>
        <p:spPr>
          <a:xfrm xmlns:a="http://schemas.openxmlformats.org/drawingml/2006/main">
            <a:off x="609600" y="5257800"/>
            <a:ext cx="10972800" cy="939800"/>
          </a:xfrm>
          <a:prstGeom xmlns:a="http://schemas.openxmlformats.org/drawingml/2006/main" prst="roundRect">
            <a:avLst/>
          </a:prstGeom>
          <a:solidFill xmlns:a="http://schemas.openxmlformats.org/drawingml/2006/main">
            <a:srgbClr val="111827"/>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8" name="TextBox 27">
            <a:extLst xmlns:a="http://schemas.openxmlformats.org/drawingml/2006/main">
              <a:ext uri="{FF2B5EF4-FFF2-40B4-BE49-F238E27FC236}">
                <a16:creationId xmlns:a16="http://schemas.microsoft.com/office/drawing/2014/main" id="{D80A68D7-9379-9E93-B08D-7D6C32109D41}"/>
              </a:ext>
            </a:extLst>
          </p:cNvPr>
          <p:cNvSpPr>
            <a:spLocks xmlns:a="http://schemas.openxmlformats.org/drawingml/2006/main" noGrp="1"/>
          </p:cNvSpPr>
          <p:nvPr/>
        </p:nvSpPr>
        <p:spPr>
          <a:xfrm xmlns:a="http://schemas.openxmlformats.org/drawingml/2006/main">
            <a:off x="914400" y="5473700"/>
            <a:ext cx="10363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2200" b="1">
                <a:solidFill>
                  <a:srgbClr val="FFFFFF"/>
                </a:solidFill>
                <a:latin typeface="Aptos"/>
                <a:ea typeface="Aptos"/>
                <a:cs typeface="Aptos"/>
              </a:rPr>
              <a:t>Agents orchestrate code. The Factory orchestrates environments.</a:t>
            </a:r>
          </a:p>
        </p:txBody>
      </p:sp>
    </p:spTree>
    <p:extLst>
      <p:ext uri="{BB962C8B-B14F-4D97-AF65-F5344CB8AC3E}">
        <p14:creationId xmlns:p14="http://schemas.microsoft.com/office/powerpoint/2010/main" val="40905420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519BBF0C-7A8E-A242-122A-FB6CD89D02EE}"/>
              </a:ext>
            </a:extLst>
          </p:cNvPr>
          <p:cNvSpPr>
            <a:spLocks xmlns:a="http://schemas.openxmlformats.org/drawingml/2006/main" noGrp="1"/>
          </p:cNvSpPr>
          <p:nvPr/>
        </p:nvSpPr>
        <p:spPr>
          <a:xfrm xmlns:a="http://schemas.openxmlformats.org/drawingml/2006/main">
            <a:off x="533400" y="393700"/>
            <a:ext cx="10668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3600" b="1">
                <a:solidFill>
                  <a:srgbClr val="0B1020"/>
                </a:solidFill>
                <a:latin typeface="Aptos Display"/>
                <a:ea typeface="Aptos Display"/>
                <a:cs typeface="Aptos Display"/>
              </a:rPr>
              <a:t>The unit of scheduling is a disposable environment.</a:t>
            </a:r>
          </a:p>
        </p:txBody>
      </p:sp>
      <p:sp>
        <p:nvSpPr>
          <p:cNvPr id="3" name="TextBox 2">
            <a:extLst xmlns:a="http://schemas.openxmlformats.org/drawingml/2006/main">
              <a:ext uri="{FF2B5EF4-FFF2-40B4-BE49-F238E27FC236}">
                <a16:creationId xmlns:a16="http://schemas.microsoft.com/office/drawing/2014/main" id="{C87552DB-C22A-57E5-7B6F-A94BF11196BB}"/>
              </a:ext>
            </a:extLst>
          </p:cNvPr>
          <p:cNvSpPr>
            <a:spLocks xmlns:a="http://schemas.openxmlformats.org/drawingml/2006/main" noGrp="1"/>
          </p:cNvSpPr>
          <p:nvPr/>
        </p:nvSpPr>
        <p:spPr>
          <a:xfrm xmlns:a="http://schemas.openxmlformats.org/drawingml/2006/main">
            <a:off x="11366500" y="444500"/>
            <a:ext cx="304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r">
              <a:buNone/>
            </a:pPr>
            <a:r>
              <a:rPr sz="1000">
                <a:solidFill>
                  <a:srgbClr val="596579"/>
                </a:solidFill>
                <a:latin typeface="Aptos"/>
                <a:ea typeface="Aptos"/>
                <a:cs typeface="Aptos"/>
              </a:rPr>
              <a:t>3</a:t>
            </a:r>
          </a:p>
        </p:txBody>
      </p:sp>
      <p:sp>
        <p:nvSpPr>
          <p:cNvPr id="4" name="TextBox 3">
            <a:extLst xmlns:a="http://schemas.openxmlformats.org/drawingml/2006/main">
              <a:ext uri="{FF2B5EF4-FFF2-40B4-BE49-F238E27FC236}">
                <a16:creationId xmlns:a16="http://schemas.microsoft.com/office/drawing/2014/main" id="{100BF2CD-8B1A-A9BF-E783-0B8EB6545828}"/>
              </a:ext>
            </a:extLst>
          </p:cNvPr>
          <p:cNvSpPr>
            <a:spLocks xmlns:a="http://schemas.openxmlformats.org/drawingml/2006/main" noGrp="1"/>
          </p:cNvSpPr>
          <p:nvPr/>
        </p:nvSpPr>
        <p:spPr>
          <a:xfrm xmlns:a="http://schemas.openxmlformats.org/drawingml/2006/main">
            <a:off x="558800" y="1193800"/>
            <a:ext cx="9144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a:solidFill>
                  <a:srgbClr val="596579"/>
                </a:solidFill>
                <a:latin typeface="Aptos"/>
                <a:ea typeface="Aptos"/>
                <a:cs typeface="Aptos"/>
              </a:rPr>
              <a:t>Each task gets a complete, disposable execution boundary.</a:t>
            </a:r>
          </a:p>
        </p:txBody>
      </p:sp>
      <p:sp>
        <p:nvSpPr>
          <p:cNvPr id="5" name="Rectangle: Rounded Corners 4">
            <a:extLst xmlns:a="http://schemas.openxmlformats.org/drawingml/2006/main">
              <a:ext uri="{FF2B5EF4-FFF2-40B4-BE49-F238E27FC236}">
                <a16:creationId xmlns:a16="http://schemas.microsoft.com/office/drawing/2014/main" id="{F6C26466-188C-CE5F-3123-49F391B3C748}"/>
              </a:ext>
            </a:extLst>
          </p:cNvPr>
          <p:cNvSpPr>
            <a:spLocks xmlns:a="http://schemas.openxmlformats.org/drawingml/2006/main" noGrp="1"/>
          </p:cNvSpPr>
          <p:nvPr/>
        </p:nvSpPr>
        <p:spPr>
          <a:xfrm xmlns:a="http://schemas.openxmlformats.org/drawingml/2006/main">
            <a:off x="609600" y="2006600"/>
            <a:ext cx="3302000" cy="2870200"/>
          </a:xfrm>
          <a:prstGeom xmlns:a="http://schemas.openxmlformats.org/drawingml/2006/main" prst="roundRect">
            <a:avLst/>
          </a:prstGeom>
          <a:solidFill xmlns:a="http://schemas.openxmlformats.org/drawingml/2006/main">
            <a:srgbClr val="FFFFFF"/>
          </a:solidFill>
          <a:ln xmlns:a="http://schemas.openxmlformats.org/drawingml/2006/main" w="10160">
            <a:solidFill>
              <a:srgbClr val="BCC7D6"/>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 name="Rectangle: Rounded Corners 5">
            <a:extLst xmlns:a="http://schemas.openxmlformats.org/drawingml/2006/main">
              <a:ext uri="{FF2B5EF4-FFF2-40B4-BE49-F238E27FC236}">
                <a16:creationId xmlns:a16="http://schemas.microsoft.com/office/drawing/2014/main" id="{63F19DF0-7A15-D849-2860-E99F022336C3}"/>
              </a:ext>
            </a:extLst>
          </p:cNvPr>
          <p:cNvSpPr>
            <a:spLocks xmlns:a="http://schemas.openxmlformats.org/drawingml/2006/main" noGrp="1"/>
          </p:cNvSpPr>
          <p:nvPr/>
        </p:nvSpPr>
        <p:spPr>
          <a:xfrm xmlns:a="http://schemas.openxmlformats.org/drawingml/2006/main">
            <a:off x="609600" y="2006600"/>
            <a:ext cx="3302000" cy="533400"/>
          </a:xfrm>
          <a:prstGeom xmlns:a="http://schemas.openxmlformats.org/drawingml/2006/main" prst="roundRect">
            <a:avLst/>
          </a:prstGeom>
          <a:solidFill xmlns:a="http://schemas.openxmlformats.org/drawingml/2006/main">
            <a:srgbClr val="D8E9FF"/>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TextBox 6">
            <a:extLst xmlns:a="http://schemas.openxmlformats.org/drawingml/2006/main">
              <a:ext uri="{FF2B5EF4-FFF2-40B4-BE49-F238E27FC236}">
                <a16:creationId xmlns:a16="http://schemas.microsoft.com/office/drawing/2014/main" id="{73EE022D-7CDA-AC88-4AF2-359EF6733931}"/>
              </a:ext>
            </a:extLst>
          </p:cNvPr>
          <p:cNvSpPr>
            <a:spLocks xmlns:a="http://schemas.openxmlformats.org/drawingml/2006/main" noGrp="1"/>
          </p:cNvSpPr>
          <p:nvPr/>
        </p:nvSpPr>
        <p:spPr>
          <a:xfrm xmlns:a="http://schemas.openxmlformats.org/drawingml/2006/main">
            <a:off x="787400" y="2133600"/>
            <a:ext cx="29464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900" b="1">
                <a:solidFill>
                  <a:srgbClr val="0B1020"/>
                </a:solidFill>
                <a:latin typeface="Aptos"/>
                <a:ea typeface="Aptos"/>
                <a:cs typeface="Aptos"/>
              </a:rPr>
              <a:t>Task A</a:t>
            </a:r>
          </a:p>
        </p:txBody>
      </p:sp>
      <p:sp>
        <p:nvSpPr>
          <p:cNvPr id="8" name="Rectangle: Rounded Corners 7">
            <a:extLst xmlns:a="http://schemas.openxmlformats.org/drawingml/2006/main">
              <a:ext uri="{FF2B5EF4-FFF2-40B4-BE49-F238E27FC236}">
                <a16:creationId xmlns:a16="http://schemas.microsoft.com/office/drawing/2014/main" id="{EA9DEA73-1FFC-676C-3563-2B725D55271C}"/>
              </a:ext>
            </a:extLst>
          </p:cNvPr>
          <p:cNvSpPr>
            <a:spLocks xmlns:a="http://schemas.openxmlformats.org/drawingml/2006/main" noGrp="1"/>
          </p:cNvSpPr>
          <p:nvPr/>
        </p:nvSpPr>
        <p:spPr>
          <a:xfrm xmlns:a="http://schemas.openxmlformats.org/drawingml/2006/main">
            <a:off x="2921000" y="2120900"/>
            <a:ext cx="812800" cy="304800"/>
          </a:xfrm>
          <a:prstGeom xmlns:a="http://schemas.openxmlformats.org/drawingml/2006/main" prst="roundRect">
            <a:avLst/>
          </a:prstGeom>
          <a:solidFill xmlns:a="http://schemas.openxmlformats.org/drawingml/2006/main">
            <a:srgbClr val="FFFFFF"/>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TextBox 8">
            <a:extLst xmlns:a="http://schemas.openxmlformats.org/drawingml/2006/main">
              <a:ext uri="{FF2B5EF4-FFF2-40B4-BE49-F238E27FC236}">
                <a16:creationId xmlns:a16="http://schemas.microsoft.com/office/drawing/2014/main" id="{47B2E87C-4EF5-C23C-6534-9A2E7076E7CD}"/>
              </a:ext>
            </a:extLst>
          </p:cNvPr>
          <p:cNvSpPr>
            <a:spLocks xmlns:a="http://schemas.openxmlformats.org/drawingml/2006/main" noGrp="1"/>
          </p:cNvSpPr>
          <p:nvPr/>
        </p:nvSpPr>
        <p:spPr>
          <a:xfrm xmlns:a="http://schemas.openxmlformats.org/drawingml/2006/main">
            <a:off x="2921000" y="2133600"/>
            <a:ext cx="812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1100" b="1">
                <a:solidFill>
                  <a:srgbClr val="0B1020"/>
                </a:solidFill>
                <a:latin typeface="Aptos"/>
                <a:ea typeface="Aptos"/>
                <a:cs typeface="Aptos"/>
              </a:rPr>
              <a:t>CLAUDE</a:t>
            </a:r>
          </a:p>
        </p:txBody>
      </p:sp>
      <p:sp>
        <p:nvSpPr>
          <p:cNvPr id="10" name="Rectangle: Rounded Corners 9">
            <a:extLst xmlns:a="http://schemas.openxmlformats.org/drawingml/2006/main">
              <a:ext uri="{FF2B5EF4-FFF2-40B4-BE49-F238E27FC236}">
                <a16:creationId xmlns:a16="http://schemas.microsoft.com/office/drawing/2014/main" id="{3A509181-B5A7-20F5-F753-24552C0CA54F}"/>
              </a:ext>
            </a:extLst>
          </p:cNvPr>
          <p:cNvSpPr>
            <a:spLocks xmlns:a="http://schemas.openxmlformats.org/drawingml/2006/main" noGrp="1"/>
          </p:cNvSpPr>
          <p:nvPr/>
        </p:nvSpPr>
        <p:spPr>
          <a:xfrm xmlns:a="http://schemas.openxmlformats.org/drawingml/2006/main">
            <a:off x="800100" y="2743200"/>
            <a:ext cx="457200" cy="330200"/>
          </a:xfrm>
          <a:prstGeom xmlns:a="http://schemas.openxmlformats.org/drawingml/2006/main" prst="roundRect">
            <a:avLst/>
          </a:prstGeom>
          <a:solidFill xmlns:a="http://schemas.openxmlformats.org/drawingml/2006/main">
            <a:srgbClr val="E9EEF5"/>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1" name="TextBox 10">
            <a:extLst xmlns:a="http://schemas.openxmlformats.org/drawingml/2006/main">
              <a:ext uri="{FF2B5EF4-FFF2-40B4-BE49-F238E27FC236}">
                <a16:creationId xmlns:a16="http://schemas.microsoft.com/office/drawing/2014/main" id="{22A40C1C-1AB7-3902-00FC-CF6ADF289EAE}"/>
              </a:ext>
            </a:extLst>
          </p:cNvPr>
          <p:cNvSpPr>
            <a:spLocks xmlns:a="http://schemas.openxmlformats.org/drawingml/2006/main" noGrp="1"/>
          </p:cNvSpPr>
          <p:nvPr/>
        </p:nvSpPr>
        <p:spPr>
          <a:xfrm xmlns:a="http://schemas.openxmlformats.org/drawingml/2006/main">
            <a:off x="800100" y="2794000"/>
            <a:ext cx="457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900" b="1">
                <a:solidFill>
                  <a:srgbClr val="596579"/>
                </a:solidFill>
                <a:latin typeface="Cascadia Mono"/>
                <a:ea typeface="Cascadia Mono"/>
                <a:cs typeface="Cascadia Mono"/>
              </a:rPr>
              <a:t>WT</a:t>
            </a:r>
          </a:p>
        </p:txBody>
      </p:sp>
      <p:sp>
        <p:nvSpPr>
          <p:cNvPr id="12" name="TextBox 11">
            <a:extLst xmlns:a="http://schemas.openxmlformats.org/drawingml/2006/main">
              <a:ext uri="{FF2B5EF4-FFF2-40B4-BE49-F238E27FC236}">
                <a16:creationId xmlns:a16="http://schemas.microsoft.com/office/drawing/2014/main" id="{76DD1B4C-60F4-BE3F-3F1F-D7FAA54D2DFD}"/>
              </a:ext>
            </a:extLst>
          </p:cNvPr>
          <p:cNvSpPr>
            <a:spLocks xmlns:a="http://schemas.openxmlformats.org/drawingml/2006/main" noGrp="1"/>
          </p:cNvSpPr>
          <p:nvPr/>
        </p:nvSpPr>
        <p:spPr>
          <a:xfrm xmlns:a="http://schemas.openxmlformats.org/drawingml/2006/main">
            <a:off x="1384300" y="2768600"/>
            <a:ext cx="2336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r>
              <a:rPr sz="1400">
                <a:solidFill>
                  <a:srgbClr val="0B1020"/>
                </a:solidFill>
                <a:latin typeface="Aptos"/>
                <a:ea typeface="Aptos"/>
                <a:cs typeface="Aptos"/>
              </a:rPr>
              <a:t>Git worktree + branch</a:t>
            </a:r>
          </a:p>
        </p:txBody>
      </p:sp>
      <p:sp>
        <p:nvSpPr>
          <p:cNvPr id="13" name="Rectangle: Rounded Corners 12">
            <a:extLst xmlns:a="http://schemas.openxmlformats.org/drawingml/2006/main">
              <a:ext uri="{FF2B5EF4-FFF2-40B4-BE49-F238E27FC236}">
                <a16:creationId xmlns:a16="http://schemas.microsoft.com/office/drawing/2014/main" id="{FA253E1B-1EE2-17DE-A61B-2BF2CED42D07}"/>
              </a:ext>
            </a:extLst>
          </p:cNvPr>
          <p:cNvSpPr>
            <a:spLocks xmlns:a="http://schemas.openxmlformats.org/drawingml/2006/main" noGrp="1"/>
          </p:cNvSpPr>
          <p:nvPr/>
        </p:nvSpPr>
        <p:spPr>
          <a:xfrm xmlns:a="http://schemas.openxmlformats.org/drawingml/2006/main">
            <a:off x="800100" y="3200400"/>
            <a:ext cx="457200" cy="330200"/>
          </a:xfrm>
          <a:prstGeom xmlns:a="http://schemas.openxmlformats.org/drawingml/2006/main" prst="roundRect">
            <a:avLst/>
          </a:prstGeom>
          <a:solidFill xmlns:a="http://schemas.openxmlformats.org/drawingml/2006/main">
            <a:srgbClr val="E9EEF5"/>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4" name="TextBox 13">
            <a:extLst xmlns:a="http://schemas.openxmlformats.org/drawingml/2006/main">
              <a:ext uri="{FF2B5EF4-FFF2-40B4-BE49-F238E27FC236}">
                <a16:creationId xmlns:a16="http://schemas.microsoft.com/office/drawing/2014/main" id="{2136290B-0BEC-1ED3-6862-C1DC3CA32413}"/>
              </a:ext>
            </a:extLst>
          </p:cNvPr>
          <p:cNvSpPr>
            <a:spLocks xmlns:a="http://schemas.openxmlformats.org/drawingml/2006/main" noGrp="1"/>
          </p:cNvSpPr>
          <p:nvPr/>
        </p:nvSpPr>
        <p:spPr>
          <a:xfrm xmlns:a="http://schemas.openxmlformats.org/drawingml/2006/main">
            <a:off x="800100" y="3251200"/>
            <a:ext cx="457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900" b="1">
                <a:solidFill>
                  <a:srgbClr val="596579"/>
                </a:solidFill>
                <a:latin typeface="Cascadia Mono"/>
                <a:ea typeface="Cascadia Mono"/>
                <a:cs typeface="Cascadia Mono"/>
              </a:rPr>
              <a:t>DB</a:t>
            </a:r>
          </a:p>
        </p:txBody>
      </p:sp>
      <p:sp>
        <p:nvSpPr>
          <p:cNvPr id="15" name="TextBox 14">
            <a:extLst xmlns:a="http://schemas.openxmlformats.org/drawingml/2006/main">
              <a:ext uri="{FF2B5EF4-FFF2-40B4-BE49-F238E27FC236}">
                <a16:creationId xmlns:a16="http://schemas.microsoft.com/office/drawing/2014/main" id="{D7317752-4A35-3757-6A8C-4BA7B063C29E}"/>
              </a:ext>
            </a:extLst>
          </p:cNvPr>
          <p:cNvSpPr>
            <a:spLocks xmlns:a="http://schemas.openxmlformats.org/drawingml/2006/main" noGrp="1"/>
          </p:cNvSpPr>
          <p:nvPr/>
        </p:nvSpPr>
        <p:spPr>
          <a:xfrm xmlns:a="http://schemas.openxmlformats.org/drawingml/2006/main">
            <a:off x="1384300" y="3225800"/>
            <a:ext cx="2336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r>
              <a:rPr sz="1400">
                <a:solidFill>
                  <a:srgbClr val="0B1020"/>
                </a:solidFill>
                <a:latin typeface="Aptos"/>
                <a:ea typeface="Aptos"/>
                <a:cs typeface="Aptos"/>
              </a:rPr>
              <a:t>Isolated test database</a:t>
            </a:r>
          </a:p>
        </p:txBody>
      </p:sp>
      <p:sp>
        <p:nvSpPr>
          <p:cNvPr id="16" name="Rectangle: Rounded Corners 15">
            <a:extLst xmlns:a="http://schemas.openxmlformats.org/drawingml/2006/main">
              <a:ext uri="{FF2B5EF4-FFF2-40B4-BE49-F238E27FC236}">
                <a16:creationId xmlns:a16="http://schemas.microsoft.com/office/drawing/2014/main" id="{1EE476F5-ECF0-68AA-CE76-59F26B48241B}"/>
              </a:ext>
            </a:extLst>
          </p:cNvPr>
          <p:cNvSpPr>
            <a:spLocks xmlns:a="http://schemas.openxmlformats.org/drawingml/2006/main" noGrp="1"/>
          </p:cNvSpPr>
          <p:nvPr/>
        </p:nvSpPr>
        <p:spPr>
          <a:xfrm xmlns:a="http://schemas.openxmlformats.org/drawingml/2006/main">
            <a:off x="800100" y="3657600"/>
            <a:ext cx="457200" cy="330200"/>
          </a:xfrm>
          <a:prstGeom xmlns:a="http://schemas.openxmlformats.org/drawingml/2006/main" prst="roundRect">
            <a:avLst/>
          </a:prstGeom>
          <a:solidFill xmlns:a="http://schemas.openxmlformats.org/drawingml/2006/main">
            <a:srgbClr val="E9EEF5"/>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7" name="TextBox 16">
            <a:extLst xmlns:a="http://schemas.openxmlformats.org/drawingml/2006/main">
              <a:ext uri="{FF2B5EF4-FFF2-40B4-BE49-F238E27FC236}">
                <a16:creationId xmlns:a16="http://schemas.microsoft.com/office/drawing/2014/main" id="{D1A03139-ED46-B497-C1F8-62EC541FFFF0}"/>
              </a:ext>
            </a:extLst>
          </p:cNvPr>
          <p:cNvSpPr>
            <a:spLocks xmlns:a="http://schemas.openxmlformats.org/drawingml/2006/main" noGrp="1"/>
          </p:cNvSpPr>
          <p:nvPr/>
        </p:nvSpPr>
        <p:spPr>
          <a:xfrm xmlns:a="http://schemas.openxmlformats.org/drawingml/2006/main">
            <a:off x="800100" y="3708400"/>
            <a:ext cx="457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900" b="1">
                <a:solidFill>
                  <a:srgbClr val="596579"/>
                </a:solidFill>
                <a:latin typeface="Cascadia Mono"/>
                <a:ea typeface="Cascadia Mono"/>
                <a:cs typeface="Cascadia Mono"/>
              </a:rPr>
              <a:t>RUN</a:t>
            </a:r>
          </a:p>
        </p:txBody>
      </p:sp>
      <p:sp>
        <p:nvSpPr>
          <p:cNvPr id="18" name="TextBox 17">
            <a:extLst xmlns:a="http://schemas.openxmlformats.org/drawingml/2006/main">
              <a:ext uri="{FF2B5EF4-FFF2-40B4-BE49-F238E27FC236}">
                <a16:creationId xmlns:a16="http://schemas.microsoft.com/office/drawing/2014/main" id="{599702FB-6D01-E08B-1EC3-F50B16EFD5EF}"/>
              </a:ext>
            </a:extLst>
          </p:cNvPr>
          <p:cNvSpPr>
            <a:spLocks xmlns:a="http://schemas.openxmlformats.org/drawingml/2006/main" noGrp="1"/>
          </p:cNvSpPr>
          <p:nvPr/>
        </p:nvSpPr>
        <p:spPr>
          <a:xfrm xmlns:a="http://schemas.openxmlformats.org/drawingml/2006/main">
            <a:off x="1384300" y="3683000"/>
            <a:ext cx="2336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r>
              <a:rPr sz="1400">
                <a:solidFill>
                  <a:srgbClr val="0B1020"/>
                </a:solidFill>
                <a:latin typeface="Aptos"/>
                <a:ea typeface="Aptos"/>
                <a:cs typeface="Aptos"/>
              </a:rPr>
              <a:t>Tests + task commit</a:t>
            </a:r>
          </a:p>
        </p:txBody>
      </p:sp>
      <p:sp>
        <p:nvSpPr>
          <p:cNvPr id="19" name="Rectangle: Rounded Corners 18">
            <a:extLst xmlns:a="http://schemas.openxmlformats.org/drawingml/2006/main">
              <a:ext uri="{FF2B5EF4-FFF2-40B4-BE49-F238E27FC236}">
                <a16:creationId xmlns:a16="http://schemas.microsoft.com/office/drawing/2014/main" id="{5D6894CC-3566-51C6-2A81-6A5FE9783825}"/>
              </a:ext>
            </a:extLst>
          </p:cNvPr>
          <p:cNvSpPr>
            <a:spLocks xmlns:a="http://schemas.openxmlformats.org/drawingml/2006/main" noGrp="1"/>
          </p:cNvSpPr>
          <p:nvPr/>
        </p:nvSpPr>
        <p:spPr>
          <a:xfrm xmlns:a="http://schemas.openxmlformats.org/drawingml/2006/main">
            <a:off x="800100" y="4114800"/>
            <a:ext cx="457200" cy="330200"/>
          </a:xfrm>
          <a:prstGeom xmlns:a="http://schemas.openxmlformats.org/drawingml/2006/main" prst="roundRect">
            <a:avLst/>
          </a:prstGeom>
          <a:solidFill xmlns:a="http://schemas.openxmlformats.org/drawingml/2006/main">
            <a:srgbClr val="E9EEF5"/>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0" name="TextBox 19">
            <a:extLst xmlns:a="http://schemas.openxmlformats.org/drawingml/2006/main">
              <a:ext uri="{FF2B5EF4-FFF2-40B4-BE49-F238E27FC236}">
                <a16:creationId xmlns:a16="http://schemas.microsoft.com/office/drawing/2014/main" id="{14BDE667-7EE5-8DA1-CE53-1DD3ECF7D002}"/>
              </a:ext>
            </a:extLst>
          </p:cNvPr>
          <p:cNvSpPr>
            <a:spLocks xmlns:a="http://schemas.openxmlformats.org/drawingml/2006/main" noGrp="1"/>
          </p:cNvSpPr>
          <p:nvPr/>
        </p:nvSpPr>
        <p:spPr>
          <a:xfrm xmlns:a="http://schemas.openxmlformats.org/drawingml/2006/main">
            <a:off x="800100" y="4165600"/>
            <a:ext cx="457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900" b="1">
                <a:solidFill>
                  <a:srgbClr val="596579"/>
                </a:solidFill>
                <a:latin typeface="Cascadia Mono"/>
                <a:ea typeface="Cascadia Mono"/>
                <a:cs typeface="Cascadia Mono"/>
              </a:rPr>
              <a:t>PORT</a:t>
            </a:r>
          </a:p>
        </p:txBody>
      </p:sp>
      <p:sp>
        <p:nvSpPr>
          <p:cNvPr id="21" name="TextBox 20">
            <a:extLst xmlns:a="http://schemas.openxmlformats.org/drawingml/2006/main">
              <a:ext uri="{FF2B5EF4-FFF2-40B4-BE49-F238E27FC236}">
                <a16:creationId xmlns:a16="http://schemas.microsoft.com/office/drawing/2014/main" id="{5E42B4CC-8512-6F33-9E83-AC8087AA1BE5}"/>
              </a:ext>
            </a:extLst>
          </p:cNvPr>
          <p:cNvSpPr>
            <a:spLocks xmlns:a="http://schemas.openxmlformats.org/drawingml/2006/main" noGrp="1"/>
          </p:cNvSpPr>
          <p:nvPr/>
        </p:nvSpPr>
        <p:spPr>
          <a:xfrm xmlns:a="http://schemas.openxmlformats.org/drawingml/2006/main">
            <a:off x="1384300" y="4140200"/>
            <a:ext cx="2336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r>
              <a:rPr sz="1400">
                <a:solidFill>
                  <a:srgbClr val="0B1020"/>
                </a:solidFill>
                <a:latin typeface="Aptos"/>
                <a:ea typeface="Aptos"/>
                <a:cs typeface="Aptos"/>
              </a:rPr>
              <a:t>Preview on demand</a:t>
            </a:r>
          </a:p>
        </p:txBody>
      </p:sp>
      <p:sp>
        <p:nvSpPr>
          <p:cNvPr id="22" name="Rectangle: Rounded Corners 21">
            <a:extLst xmlns:a="http://schemas.openxmlformats.org/drawingml/2006/main">
              <a:ext uri="{FF2B5EF4-FFF2-40B4-BE49-F238E27FC236}">
                <a16:creationId xmlns:a16="http://schemas.microsoft.com/office/drawing/2014/main" id="{8C8FB93C-D45B-B308-CBD1-D69EBF865020}"/>
              </a:ext>
            </a:extLst>
          </p:cNvPr>
          <p:cNvSpPr>
            <a:spLocks xmlns:a="http://schemas.openxmlformats.org/drawingml/2006/main" noGrp="1"/>
          </p:cNvSpPr>
          <p:nvPr/>
        </p:nvSpPr>
        <p:spPr>
          <a:xfrm xmlns:a="http://schemas.openxmlformats.org/drawingml/2006/main">
            <a:off x="4445000" y="2006600"/>
            <a:ext cx="3302000" cy="2870200"/>
          </a:xfrm>
          <a:prstGeom xmlns:a="http://schemas.openxmlformats.org/drawingml/2006/main" prst="roundRect">
            <a:avLst/>
          </a:prstGeom>
          <a:solidFill xmlns:a="http://schemas.openxmlformats.org/drawingml/2006/main">
            <a:srgbClr val="FFFFFF"/>
          </a:solidFill>
          <a:ln xmlns:a="http://schemas.openxmlformats.org/drawingml/2006/main" w="10160">
            <a:solidFill>
              <a:srgbClr val="BCC7D6"/>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3" name="Rectangle: Rounded Corners 22">
            <a:extLst xmlns:a="http://schemas.openxmlformats.org/drawingml/2006/main">
              <a:ext uri="{FF2B5EF4-FFF2-40B4-BE49-F238E27FC236}">
                <a16:creationId xmlns:a16="http://schemas.microsoft.com/office/drawing/2014/main" id="{5CFA61FB-5135-0443-919E-A9F3783E1C87}"/>
              </a:ext>
            </a:extLst>
          </p:cNvPr>
          <p:cNvSpPr>
            <a:spLocks xmlns:a="http://schemas.openxmlformats.org/drawingml/2006/main" noGrp="1"/>
          </p:cNvSpPr>
          <p:nvPr/>
        </p:nvSpPr>
        <p:spPr>
          <a:xfrm xmlns:a="http://schemas.openxmlformats.org/drawingml/2006/main">
            <a:off x="4445000" y="2006600"/>
            <a:ext cx="3302000" cy="533400"/>
          </a:xfrm>
          <a:prstGeom xmlns:a="http://schemas.openxmlformats.org/drawingml/2006/main" prst="roundRect">
            <a:avLst/>
          </a:prstGeom>
          <a:solidFill xmlns:a="http://schemas.openxmlformats.org/drawingml/2006/main">
            <a:srgbClr val="DDF6EC"/>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4" name="TextBox 23">
            <a:extLst xmlns:a="http://schemas.openxmlformats.org/drawingml/2006/main">
              <a:ext uri="{FF2B5EF4-FFF2-40B4-BE49-F238E27FC236}">
                <a16:creationId xmlns:a16="http://schemas.microsoft.com/office/drawing/2014/main" id="{579B955D-7A1F-916B-45C1-EF85D7B2FB64}"/>
              </a:ext>
            </a:extLst>
          </p:cNvPr>
          <p:cNvSpPr>
            <a:spLocks xmlns:a="http://schemas.openxmlformats.org/drawingml/2006/main" noGrp="1"/>
          </p:cNvSpPr>
          <p:nvPr/>
        </p:nvSpPr>
        <p:spPr>
          <a:xfrm xmlns:a="http://schemas.openxmlformats.org/drawingml/2006/main">
            <a:off x="4622800" y="2133600"/>
            <a:ext cx="29464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900" b="1">
                <a:solidFill>
                  <a:srgbClr val="0B1020"/>
                </a:solidFill>
                <a:latin typeface="Aptos"/>
                <a:ea typeface="Aptos"/>
                <a:cs typeface="Aptos"/>
              </a:rPr>
              <a:t>Task B</a:t>
            </a:r>
          </a:p>
        </p:txBody>
      </p:sp>
      <p:sp>
        <p:nvSpPr>
          <p:cNvPr id="25" name="Rectangle: Rounded Corners 24">
            <a:extLst xmlns:a="http://schemas.openxmlformats.org/drawingml/2006/main">
              <a:ext uri="{FF2B5EF4-FFF2-40B4-BE49-F238E27FC236}">
                <a16:creationId xmlns:a16="http://schemas.microsoft.com/office/drawing/2014/main" id="{CC3083B6-6D9B-5FD2-2E64-97706D37FA08}"/>
              </a:ext>
            </a:extLst>
          </p:cNvPr>
          <p:cNvSpPr>
            <a:spLocks xmlns:a="http://schemas.openxmlformats.org/drawingml/2006/main" noGrp="1"/>
          </p:cNvSpPr>
          <p:nvPr/>
        </p:nvSpPr>
        <p:spPr>
          <a:xfrm xmlns:a="http://schemas.openxmlformats.org/drawingml/2006/main">
            <a:off x="6756400" y="2120900"/>
            <a:ext cx="812800" cy="304800"/>
          </a:xfrm>
          <a:prstGeom xmlns:a="http://schemas.openxmlformats.org/drawingml/2006/main" prst="roundRect">
            <a:avLst/>
          </a:prstGeom>
          <a:solidFill xmlns:a="http://schemas.openxmlformats.org/drawingml/2006/main">
            <a:srgbClr val="FFFFFF"/>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6" name="TextBox 25">
            <a:extLst xmlns:a="http://schemas.openxmlformats.org/drawingml/2006/main">
              <a:ext uri="{FF2B5EF4-FFF2-40B4-BE49-F238E27FC236}">
                <a16:creationId xmlns:a16="http://schemas.microsoft.com/office/drawing/2014/main" id="{026F6A78-835F-F8FF-933C-046F04F17CD1}"/>
              </a:ext>
            </a:extLst>
          </p:cNvPr>
          <p:cNvSpPr>
            <a:spLocks xmlns:a="http://schemas.openxmlformats.org/drawingml/2006/main" noGrp="1"/>
          </p:cNvSpPr>
          <p:nvPr/>
        </p:nvSpPr>
        <p:spPr>
          <a:xfrm xmlns:a="http://schemas.openxmlformats.org/drawingml/2006/main">
            <a:off x="6756400" y="2133600"/>
            <a:ext cx="812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1100" b="1">
                <a:solidFill>
                  <a:srgbClr val="0B1020"/>
                </a:solidFill>
                <a:latin typeface="Aptos"/>
                <a:ea typeface="Aptos"/>
                <a:cs typeface="Aptos"/>
              </a:rPr>
              <a:t>CODEX</a:t>
            </a:r>
          </a:p>
        </p:txBody>
      </p:sp>
      <p:sp>
        <p:nvSpPr>
          <p:cNvPr id="27" name="Rectangle: Rounded Corners 26">
            <a:extLst xmlns:a="http://schemas.openxmlformats.org/drawingml/2006/main">
              <a:ext uri="{FF2B5EF4-FFF2-40B4-BE49-F238E27FC236}">
                <a16:creationId xmlns:a16="http://schemas.microsoft.com/office/drawing/2014/main" id="{EB45A00D-FF18-ABAB-F444-83F3F6251435}"/>
              </a:ext>
            </a:extLst>
          </p:cNvPr>
          <p:cNvSpPr>
            <a:spLocks xmlns:a="http://schemas.openxmlformats.org/drawingml/2006/main" noGrp="1"/>
          </p:cNvSpPr>
          <p:nvPr/>
        </p:nvSpPr>
        <p:spPr>
          <a:xfrm xmlns:a="http://schemas.openxmlformats.org/drawingml/2006/main">
            <a:off x="4635500" y="2743200"/>
            <a:ext cx="457200" cy="330200"/>
          </a:xfrm>
          <a:prstGeom xmlns:a="http://schemas.openxmlformats.org/drawingml/2006/main" prst="roundRect">
            <a:avLst/>
          </a:prstGeom>
          <a:solidFill xmlns:a="http://schemas.openxmlformats.org/drawingml/2006/main">
            <a:srgbClr val="E9EEF5"/>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8" name="TextBox 27">
            <a:extLst xmlns:a="http://schemas.openxmlformats.org/drawingml/2006/main">
              <a:ext uri="{FF2B5EF4-FFF2-40B4-BE49-F238E27FC236}">
                <a16:creationId xmlns:a16="http://schemas.microsoft.com/office/drawing/2014/main" id="{02F832B3-6611-7042-605F-A34A1FE97B5A}"/>
              </a:ext>
            </a:extLst>
          </p:cNvPr>
          <p:cNvSpPr>
            <a:spLocks xmlns:a="http://schemas.openxmlformats.org/drawingml/2006/main" noGrp="1"/>
          </p:cNvSpPr>
          <p:nvPr/>
        </p:nvSpPr>
        <p:spPr>
          <a:xfrm xmlns:a="http://schemas.openxmlformats.org/drawingml/2006/main">
            <a:off x="4635500" y="2794000"/>
            <a:ext cx="457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900" b="1">
                <a:solidFill>
                  <a:srgbClr val="596579"/>
                </a:solidFill>
                <a:latin typeface="Cascadia Mono"/>
                <a:ea typeface="Cascadia Mono"/>
                <a:cs typeface="Cascadia Mono"/>
              </a:rPr>
              <a:t>WT</a:t>
            </a:r>
          </a:p>
        </p:txBody>
      </p:sp>
      <p:sp>
        <p:nvSpPr>
          <p:cNvPr id="29" name="TextBox 28">
            <a:extLst xmlns:a="http://schemas.openxmlformats.org/drawingml/2006/main">
              <a:ext uri="{FF2B5EF4-FFF2-40B4-BE49-F238E27FC236}">
                <a16:creationId xmlns:a16="http://schemas.microsoft.com/office/drawing/2014/main" id="{B60DFF8D-185F-CD57-A5A4-C273525B7031}"/>
              </a:ext>
            </a:extLst>
          </p:cNvPr>
          <p:cNvSpPr>
            <a:spLocks xmlns:a="http://schemas.openxmlformats.org/drawingml/2006/main" noGrp="1"/>
          </p:cNvSpPr>
          <p:nvPr/>
        </p:nvSpPr>
        <p:spPr>
          <a:xfrm xmlns:a="http://schemas.openxmlformats.org/drawingml/2006/main">
            <a:off x="5219700" y="2768600"/>
            <a:ext cx="2336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r>
              <a:rPr sz="1400">
                <a:solidFill>
                  <a:srgbClr val="0B1020"/>
                </a:solidFill>
                <a:latin typeface="Aptos"/>
                <a:ea typeface="Aptos"/>
                <a:cs typeface="Aptos"/>
              </a:rPr>
              <a:t>Git worktree + branch</a:t>
            </a:r>
          </a:p>
        </p:txBody>
      </p:sp>
      <p:sp>
        <p:nvSpPr>
          <p:cNvPr id="30" name="Rectangle: Rounded Corners 29">
            <a:extLst xmlns:a="http://schemas.openxmlformats.org/drawingml/2006/main">
              <a:ext uri="{FF2B5EF4-FFF2-40B4-BE49-F238E27FC236}">
                <a16:creationId xmlns:a16="http://schemas.microsoft.com/office/drawing/2014/main" id="{7AD45368-FF23-CD34-ADF5-4750C5D98AFD}"/>
              </a:ext>
            </a:extLst>
          </p:cNvPr>
          <p:cNvSpPr>
            <a:spLocks xmlns:a="http://schemas.openxmlformats.org/drawingml/2006/main" noGrp="1"/>
          </p:cNvSpPr>
          <p:nvPr/>
        </p:nvSpPr>
        <p:spPr>
          <a:xfrm xmlns:a="http://schemas.openxmlformats.org/drawingml/2006/main">
            <a:off x="4635500" y="3200400"/>
            <a:ext cx="457200" cy="330200"/>
          </a:xfrm>
          <a:prstGeom xmlns:a="http://schemas.openxmlformats.org/drawingml/2006/main" prst="roundRect">
            <a:avLst/>
          </a:prstGeom>
          <a:solidFill xmlns:a="http://schemas.openxmlformats.org/drawingml/2006/main">
            <a:srgbClr val="E9EEF5"/>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1" name="TextBox 30">
            <a:extLst xmlns:a="http://schemas.openxmlformats.org/drawingml/2006/main">
              <a:ext uri="{FF2B5EF4-FFF2-40B4-BE49-F238E27FC236}">
                <a16:creationId xmlns:a16="http://schemas.microsoft.com/office/drawing/2014/main" id="{A213E677-F55C-1B71-58C7-CA270A4AAF40}"/>
              </a:ext>
            </a:extLst>
          </p:cNvPr>
          <p:cNvSpPr>
            <a:spLocks xmlns:a="http://schemas.openxmlformats.org/drawingml/2006/main" noGrp="1"/>
          </p:cNvSpPr>
          <p:nvPr/>
        </p:nvSpPr>
        <p:spPr>
          <a:xfrm xmlns:a="http://schemas.openxmlformats.org/drawingml/2006/main">
            <a:off x="4635500" y="3251200"/>
            <a:ext cx="457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900" b="1">
                <a:solidFill>
                  <a:srgbClr val="596579"/>
                </a:solidFill>
                <a:latin typeface="Cascadia Mono"/>
                <a:ea typeface="Cascadia Mono"/>
                <a:cs typeface="Cascadia Mono"/>
              </a:rPr>
              <a:t>DB</a:t>
            </a:r>
          </a:p>
        </p:txBody>
      </p:sp>
      <p:sp>
        <p:nvSpPr>
          <p:cNvPr id="32" name="TextBox 31">
            <a:extLst xmlns:a="http://schemas.openxmlformats.org/drawingml/2006/main">
              <a:ext uri="{FF2B5EF4-FFF2-40B4-BE49-F238E27FC236}">
                <a16:creationId xmlns:a16="http://schemas.microsoft.com/office/drawing/2014/main" id="{D6D92D6D-2716-986A-DF48-AE826D0EF5F0}"/>
              </a:ext>
            </a:extLst>
          </p:cNvPr>
          <p:cNvSpPr>
            <a:spLocks xmlns:a="http://schemas.openxmlformats.org/drawingml/2006/main" noGrp="1"/>
          </p:cNvSpPr>
          <p:nvPr/>
        </p:nvSpPr>
        <p:spPr>
          <a:xfrm xmlns:a="http://schemas.openxmlformats.org/drawingml/2006/main">
            <a:off x="5219700" y="3225800"/>
            <a:ext cx="2336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r>
              <a:rPr sz="1400">
                <a:solidFill>
                  <a:srgbClr val="0B1020"/>
                </a:solidFill>
                <a:latin typeface="Aptos"/>
                <a:ea typeface="Aptos"/>
                <a:cs typeface="Aptos"/>
              </a:rPr>
              <a:t>Isolated test database</a:t>
            </a:r>
          </a:p>
        </p:txBody>
      </p:sp>
      <p:sp>
        <p:nvSpPr>
          <p:cNvPr id="33" name="Rectangle: Rounded Corners 32">
            <a:extLst xmlns:a="http://schemas.openxmlformats.org/drawingml/2006/main">
              <a:ext uri="{FF2B5EF4-FFF2-40B4-BE49-F238E27FC236}">
                <a16:creationId xmlns:a16="http://schemas.microsoft.com/office/drawing/2014/main" id="{D015BAE6-A543-E1C1-6F24-474C889DAE40}"/>
              </a:ext>
            </a:extLst>
          </p:cNvPr>
          <p:cNvSpPr>
            <a:spLocks xmlns:a="http://schemas.openxmlformats.org/drawingml/2006/main" noGrp="1"/>
          </p:cNvSpPr>
          <p:nvPr/>
        </p:nvSpPr>
        <p:spPr>
          <a:xfrm xmlns:a="http://schemas.openxmlformats.org/drawingml/2006/main">
            <a:off x="4635500" y="3657600"/>
            <a:ext cx="457200" cy="330200"/>
          </a:xfrm>
          <a:prstGeom xmlns:a="http://schemas.openxmlformats.org/drawingml/2006/main" prst="roundRect">
            <a:avLst/>
          </a:prstGeom>
          <a:solidFill xmlns:a="http://schemas.openxmlformats.org/drawingml/2006/main">
            <a:srgbClr val="E9EEF5"/>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4" name="TextBox 33">
            <a:extLst xmlns:a="http://schemas.openxmlformats.org/drawingml/2006/main">
              <a:ext uri="{FF2B5EF4-FFF2-40B4-BE49-F238E27FC236}">
                <a16:creationId xmlns:a16="http://schemas.microsoft.com/office/drawing/2014/main" id="{118C075B-060F-F2AD-E5C7-7C7CE25CF1DC}"/>
              </a:ext>
            </a:extLst>
          </p:cNvPr>
          <p:cNvSpPr>
            <a:spLocks xmlns:a="http://schemas.openxmlformats.org/drawingml/2006/main" noGrp="1"/>
          </p:cNvSpPr>
          <p:nvPr/>
        </p:nvSpPr>
        <p:spPr>
          <a:xfrm xmlns:a="http://schemas.openxmlformats.org/drawingml/2006/main">
            <a:off x="4635500" y="3708400"/>
            <a:ext cx="457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900" b="1">
                <a:solidFill>
                  <a:srgbClr val="596579"/>
                </a:solidFill>
                <a:latin typeface="Cascadia Mono"/>
                <a:ea typeface="Cascadia Mono"/>
                <a:cs typeface="Cascadia Mono"/>
              </a:rPr>
              <a:t>RUN</a:t>
            </a:r>
          </a:p>
        </p:txBody>
      </p:sp>
      <p:sp>
        <p:nvSpPr>
          <p:cNvPr id="35" name="TextBox 34">
            <a:extLst xmlns:a="http://schemas.openxmlformats.org/drawingml/2006/main">
              <a:ext uri="{FF2B5EF4-FFF2-40B4-BE49-F238E27FC236}">
                <a16:creationId xmlns:a16="http://schemas.microsoft.com/office/drawing/2014/main" id="{BFA91334-86F2-1B08-8655-B5FD1E04EFE7}"/>
              </a:ext>
            </a:extLst>
          </p:cNvPr>
          <p:cNvSpPr>
            <a:spLocks xmlns:a="http://schemas.openxmlformats.org/drawingml/2006/main" noGrp="1"/>
          </p:cNvSpPr>
          <p:nvPr/>
        </p:nvSpPr>
        <p:spPr>
          <a:xfrm xmlns:a="http://schemas.openxmlformats.org/drawingml/2006/main">
            <a:off x="5219700" y="3683000"/>
            <a:ext cx="2336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r>
              <a:rPr sz="1400">
                <a:solidFill>
                  <a:srgbClr val="0B1020"/>
                </a:solidFill>
                <a:latin typeface="Aptos"/>
                <a:ea typeface="Aptos"/>
                <a:cs typeface="Aptos"/>
              </a:rPr>
              <a:t>Tests + task commit</a:t>
            </a:r>
          </a:p>
        </p:txBody>
      </p:sp>
      <p:sp>
        <p:nvSpPr>
          <p:cNvPr id="36" name="Rectangle: Rounded Corners 35">
            <a:extLst xmlns:a="http://schemas.openxmlformats.org/drawingml/2006/main">
              <a:ext uri="{FF2B5EF4-FFF2-40B4-BE49-F238E27FC236}">
                <a16:creationId xmlns:a16="http://schemas.microsoft.com/office/drawing/2014/main" id="{414BA628-1297-5FD8-5DFC-278891EB21C7}"/>
              </a:ext>
            </a:extLst>
          </p:cNvPr>
          <p:cNvSpPr>
            <a:spLocks xmlns:a="http://schemas.openxmlformats.org/drawingml/2006/main" noGrp="1"/>
          </p:cNvSpPr>
          <p:nvPr/>
        </p:nvSpPr>
        <p:spPr>
          <a:xfrm xmlns:a="http://schemas.openxmlformats.org/drawingml/2006/main">
            <a:off x="4635500" y="4114800"/>
            <a:ext cx="457200" cy="330200"/>
          </a:xfrm>
          <a:prstGeom xmlns:a="http://schemas.openxmlformats.org/drawingml/2006/main" prst="roundRect">
            <a:avLst/>
          </a:prstGeom>
          <a:solidFill xmlns:a="http://schemas.openxmlformats.org/drawingml/2006/main">
            <a:srgbClr val="E9EEF5"/>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7" name="TextBox 36">
            <a:extLst xmlns:a="http://schemas.openxmlformats.org/drawingml/2006/main">
              <a:ext uri="{FF2B5EF4-FFF2-40B4-BE49-F238E27FC236}">
                <a16:creationId xmlns:a16="http://schemas.microsoft.com/office/drawing/2014/main" id="{2D576CAF-6A28-9436-3FC9-83E32DF4A976}"/>
              </a:ext>
            </a:extLst>
          </p:cNvPr>
          <p:cNvSpPr>
            <a:spLocks xmlns:a="http://schemas.openxmlformats.org/drawingml/2006/main" noGrp="1"/>
          </p:cNvSpPr>
          <p:nvPr/>
        </p:nvSpPr>
        <p:spPr>
          <a:xfrm xmlns:a="http://schemas.openxmlformats.org/drawingml/2006/main">
            <a:off x="4635500" y="4165600"/>
            <a:ext cx="457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900" b="1">
                <a:solidFill>
                  <a:srgbClr val="596579"/>
                </a:solidFill>
                <a:latin typeface="Cascadia Mono"/>
                <a:ea typeface="Cascadia Mono"/>
                <a:cs typeface="Cascadia Mono"/>
              </a:rPr>
              <a:t>PORT</a:t>
            </a:r>
          </a:p>
        </p:txBody>
      </p:sp>
      <p:sp>
        <p:nvSpPr>
          <p:cNvPr id="38" name="TextBox 37">
            <a:extLst xmlns:a="http://schemas.openxmlformats.org/drawingml/2006/main">
              <a:ext uri="{FF2B5EF4-FFF2-40B4-BE49-F238E27FC236}">
                <a16:creationId xmlns:a16="http://schemas.microsoft.com/office/drawing/2014/main" id="{693962A0-AF7A-FC01-349D-2C5ADD852FD5}"/>
              </a:ext>
            </a:extLst>
          </p:cNvPr>
          <p:cNvSpPr>
            <a:spLocks xmlns:a="http://schemas.openxmlformats.org/drawingml/2006/main" noGrp="1"/>
          </p:cNvSpPr>
          <p:nvPr/>
        </p:nvSpPr>
        <p:spPr>
          <a:xfrm xmlns:a="http://schemas.openxmlformats.org/drawingml/2006/main">
            <a:off x="5219700" y="4140200"/>
            <a:ext cx="2336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r>
              <a:rPr sz="1400">
                <a:solidFill>
                  <a:srgbClr val="0B1020"/>
                </a:solidFill>
                <a:latin typeface="Aptos"/>
                <a:ea typeface="Aptos"/>
                <a:cs typeface="Aptos"/>
              </a:rPr>
              <a:t>Preview on demand</a:t>
            </a:r>
          </a:p>
        </p:txBody>
      </p:sp>
      <p:sp>
        <p:nvSpPr>
          <p:cNvPr id="39" name="Rectangle: Rounded Corners 38">
            <a:extLst xmlns:a="http://schemas.openxmlformats.org/drawingml/2006/main">
              <a:ext uri="{FF2B5EF4-FFF2-40B4-BE49-F238E27FC236}">
                <a16:creationId xmlns:a16="http://schemas.microsoft.com/office/drawing/2014/main" id="{7AAFE18D-CE46-A4FE-092C-80CFE19A0364}"/>
              </a:ext>
            </a:extLst>
          </p:cNvPr>
          <p:cNvSpPr>
            <a:spLocks xmlns:a="http://schemas.openxmlformats.org/drawingml/2006/main" noGrp="1"/>
          </p:cNvSpPr>
          <p:nvPr/>
        </p:nvSpPr>
        <p:spPr>
          <a:xfrm xmlns:a="http://schemas.openxmlformats.org/drawingml/2006/main">
            <a:off x="8280400" y="2006600"/>
            <a:ext cx="3302000" cy="2870200"/>
          </a:xfrm>
          <a:prstGeom xmlns:a="http://schemas.openxmlformats.org/drawingml/2006/main" prst="roundRect">
            <a:avLst/>
          </a:prstGeom>
          <a:solidFill xmlns:a="http://schemas.openxmlformats.org/drawingml/2006/main">
            <a:srgbClr val="FFFFFF"/>
          </a:solidFill>
          <a:ln xmlns:a="http://schemas.openxmlformats.org/drawingml/2006/main" w="10160">
            <a:solidFill>
              <a:srgbClr val="BCC7D6"/>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0" name="Rectangle: Rounded Corners 39">
            <a:extLst xmlns:a="http://schemas.openxmlformats.org/drawingml/2006/main">
              <a:ext uri="{FF2B5EF4-FFF2-40B4-BE49-F238E27FC236}">
                <a16:creationId xmlns:a16="http://schemas.microsoft.com/office/drawing/2014/main" id="{580BF214-F83C-E1FA-D831-EF4A88CEE524}"/>
              </a:ext>
            </a:extLst>
          </p:cNvPr>
          <p:cNvSpPr>
            <a:spLocks xmlns:a="http://schemas.openxmlformats.org/drawingml/2006/main" noGrp="1"/>
          </p:cNvSpPr>
          <p:nvPr/>
        </p:nvSpPr>
        <p:spPr>
          <a:xfrm xmlns:a="http://schemas.openxmlformats.org/drawingml/2006/main">
            <a:off x="8280400" y="2006600"/>
            <a:ext cx="3302000" cy="533400"/>
          </a:xfrm>
          <a:prstGeom xmlns:a="http://schemas.openxmlformats.org/drawingml/2006/main" prst="roundRect">
            <a:avLst/>
          </a:prstGeom>
          <a:solidFill xmlns:a="http://schemas.openxmlformats.org/drawingml/2006/main">
            <a:srgbClr val="FFF0CE"/>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1" name="TextBox 40">
            <a:extLst xmlns:a="http://schemas.openxmlformats.org/drawingml/2006/main">
              <a:ext uri="{FF2B5EF4-FFF2-40B4-BE49-F238E27FC236}">
                <a16:creationId xmlns:a16="http://schemas.microsoft.com/office/drawing/2014/main" id="{F126B5D1-D0FD-0DAE-9112-5F9424B590D4}"/>
              </a:ext>
            </a:extLst>
          </p:cNvPr>
          <p:cNvSpPr>
            <a:spLocks xmlns:a="http://schemas.openxmlformats.org/drawingml/2006/main" noGrp="1"/>
          </p:cNvSpPr>
          <p:nvPr/>
        </p:nvSpPr>
        <p:spPr>
          <a:xfrm xmlns:a="http://schemas.openxmlformats.org/drawingml/2006/main">
            <a:off x="8458200" y="2133600"/>
            <a:ext cx="29464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900" b="1">
                <a:solidFill>
                  <a:srgbClr val="0B1020"/>
                </a:solidFill>
                <a:latin typeface="Aptos"/>
                <a:ea typeface="Aptos"/>
                <a:cs typeface="Aptos"/>
              </a:rPr>
              <a:t>Task C</a:t>
            </a:r>
          </a:p>
        </p:txBody>
      </p:sp>
      <p:sp>
        <p:nvSpPr>
          <p:cNvPr id="42" name="Rectangle: Rounded Corners 41">
            <a:extLst xmlns:a="http://schemas.openxmlformats.org/drawingml/2006/main">
              <a:ext uri="{FF2B5EF4-FFF2-40B4-BE49-F238E27FC236}">
                <a16:creationId xmlns:a16="http://schemas.microsoft.com/office/drawing/2014/main" id="{50922C90-B18C-FD7E-A6E0-1746D89A3498}"/>
              </a:ext>
            </a:extLst>
          </p:cNvPr>
          <p:cNvSpPr>
            <a:spLocks xmlns:a="http://schemas.openxmlformats.org/drawingml/2006/main" noGrp="1"/>
          </p:cNvSpPr>
          <p:nvPr/>
        </p:nvSpPr>
        <p:spPr>
          <a:xfrm xmlns:a="http://schemas.openxmlformats.org/drawingml/2006/main">
            <a:off x="10591800" y="2120900"/>
            <a:ext cx="812800" cy="304800"/>
          </a:xfrm>
          <a:prstGeom xmlns:a="http://schemas.openxmlformats.org/drawingml/2006/main" prst="roundRect">
            <a:avLst/>
          </a:prstGeom>
          <a:solidFill xmlns:a="http://schemas.openxmlformats.org/drawingml/2006/main">
            <a:srgbClr val="FFFFFF"/>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3" name="TextBox 42">
            <a:extLst xmlns:a="http://schemas.openxmlformats.org/drawingml/2006/main">
              <a:ext uri="{FF2B5EF4-FFF2-40B4-BE49-F238E27FC236}">
                <a16:creationId xmlns:a16="http://schemas.microsoft.com/office/drawing/2014/main" id="{4A7185D7-2491-1E0F-703B-763FE82A4DDE}"/>
              </a:ext>
            </a:extLst>
          </p:cNvPr>
          <p:cNvSpPr>
            <a:spLocks xmlns:a="http://schemas.openxmlformats.org/drawingml/2006/main" noGrp="1"/>
          </p:cNvSpPr>
          <p:nvPr/>
        </p:nvSpPr>
        <p:spPr>
          <a:xfrm xmlns:a="http://schemas.openxmlformats.org/drawingml/2006/main">
            <a:off x="10591800" y="2133600"/>
            <a:ext cx="812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1100" b="1">
                <a:solidFill>
                  <a:srgbClr val="0B1020"/>
                </a:solidFill>
                <a:latin typeface="Aptos"/>
                <a:ea typeface="Aptos"/>
                <a:cs typeface="Aptos"/>
              </a:rPr>
              <a:t>CLAUDE</a:t>
            </a:r>
          </a:p>
        </p:txBody>
      </p:sp>
      <p:sp>
        <p:nvSpPr>
          <p:cNvPr id="44" name="Rectangle: Rounded Corners 43">
            <a:extLst xmlns:a="http://schemas.openxmlformats.org/drawingml/2006/main">
              <a:ext uri="{FF2B5EF4-FFF2-40B4-BE49-F238E27FC236}">
                <a16:creationId xmlns:a16="http://schemas.microsoft.com/office/drawing/2014/main" id="{D69C62A0-B939-EBBF-8D49-8FC1FC855D27}"/>
              </a:ext>
            </a:extLst>
          </p:cNvPr>
          <p:cNvSpPr>
            <a:spLocks xmlns:a="http://schemas.openxmlformats.org/drawingml/2006/main" noGrp="1"/>
          </p:cNvSpPr>
          <p:nvPr/>
        </p:nvSpPr>
        <p:spPr>
          <a:xfrm xmlns:a="http://schemas.openxmlformats.org/drawingml/2006/main">
            <a:off x="8470900" y="2743200"/>
            <a:ext cx="457200" cy="330200"/>
          </a:xfrm>
          <a:prstGeom xmlns:a="http://schemas.openxmlformats.org/drawingml/2006/main" prst="roundRect">
            <a:avLst/>
          </a:prstGeom>
          <a:solidFill xmlns:a="http://schemas.openxmlformats.org/drawingml/2006/main">
            <a:srgbClr val="E9EEF5"/>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5" name="TextBox 44">
            <a:extLst xmlns:a="http://schemas.openxmlformats.org/drawingml/2006/main">
              <a:ext uri="{FF2B5EF4-FFF2-40B4-BE49-F238E27FC236}">
                <a16:creationId xmlns:a16="http://schemas.microsoft.com/office/drawing/2014/main" id="{260035DF-4F40-9BD7-9083-95B20A465F69}"/>
              </a:ext>
            </a:extLst>
          </p:cNvPr>
          <p:cNvSpPr>
            <a:spLocks xmlns:a="http://schemas.openxmlformats.org/drawingml/2006/main" noGrp="1"/>
          </p:cNvSpPr>
          <p:nvPr/>
        </p:nvSpPr>
        <p:spPr>
          <a:xfrm xmlns:a="http://schemas.openxmlformats.org/drawingml/2006/main">
            <a:off x="8470900" y="2794000"/>
            <a:ext cx="457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900" b="1">
                <a:solidFill>
                  <a:srgbClr val="596579"/>
                </a:solidFill>
                <a:latin typeface="Cascadia Mono"/>
                <a:ea typeface="Cascadia Mono"/>
                <a:cs typeface="Cascadia Mono"/>
              </a:rPr>
              <a:t>WT</a:t>
            </a:r>
          </a:p>
        </p:txBody>
      </p:sp>
      <p:sp>
        <p:nvSpPr>
          <p:cNvPr id="46" name="TextBox 45">
            <a:extLst xmlns:a="http://schemas.openxmlformats.org/drawingml/2006/main">
              <a:ext uri="{FF2B5EF4-FFF2-40B4-BE49-F238E27FC236}">
                <a16:creationId xmlns:a16="http://schemas.microsoft.com/office/drawing/2014/main" id="{D749D6F4-049D-40CF-4414-93947836D741}"/>
              </a:ext>
            </a:extLst>
          </p:cNvPr>
          <p:cNvSpPr>
            <a:spLocks xmlns:a="http://schemas.openxmlformats.org/drawingml/2006/main" noGrp="1"/>
          </p:cNvSpPr>
          <p:nvPr/>
        </p:nvSpPr>
        <p:spPr>
          <a:xfrm xmlns:a="http://schemas.openxmlformats.org/drawingml/2006/main">
            <a:off x="9055100" y="2768600"/>
            <a:ext cx="2336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r>
              <a:rPr sz="1400">
                <a:solidFill>
                  <a:srgbClr val="0B1020"/>
                </a:solidFill>
                <a:latin typeface="Aptos"/>
                <a:ea typeface="Aptos"/>
                <a:cs typeface="Aptos"/>
              </a:rPr>
              <a:t>Git worktree + branch</a:t>
            </a:r>
          </a:p>
        </p:txBody>
      </p:sp>
      <p:sp>
        <p:nvSpPr>
          <p:cNvPr id="47" name="Rectangle: Rounded Corners 46">
            <a:extLst xmlns:a="http://schemas.openxmlformats.org/drawingml/2006/main">
              <a:ext uri="{FF2B5EF4-FFF2-40B4-BE49-F238E27FC236}">
                <a16:creationId xmlns:a16="http://schemas.microsoft.com/office/drawing/2014/main" id="{ACFCA868-131D-6CD4-97E6-312F25C9A737}"/>
              </a:ext>
            </a:extLst>
          </p:cNvPr>
          <p:cNvSpPr>
            <a:spLocks xmlns:a="http://schemas.openxmlformats.org/drawingml/2006/main" noGrp="1"/>
          </p:cNvSpPr>
          <p:nvPr/>
        </p:nvSpPr>
        <p:spPr>
          <a:xfrm xmlns:a="http://schemas.openxmlformats.org/drawingml/2006/main">
            <a:off x="8470900" y="3200400"/>
            <a:ext cx="457200" cy="330200"/>
          </a:xfrm>
          <a:prstGeom xmlns:a="http://schemas.openxmlformats.org/drawingml/2006/main" prst="roundRect">
            <a:avLst/>
          </a:prstGeom>
          <a:solidFill xmlns:a="http://schemas.openxmlformats.org/drawingml/2006/main">
            <a:srgbClr val="E9EEF5"/>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8" name="TextBox 47">
            <a:extLst xmlns:a="http://schemas.openxmlformats.org/drawingml/2006/main">
              <a:ext uri="{FF2B5EF4-FFF2-40B4-BE49-F238E27FC236}">
                <a16:creationId xmlns:a16="http://schemas.microsoft.com/office/drawing/2014/main" id="{8E73DAE8-ACFA-A1A6-8FE8-78E71F7A8D72}"/>
              </a:ext>
            </a:extLst>
          </p:cNvPr>
          <p:cNvSpPr>
            <a:spLocks xmlns:a="http://schemas.openxmlformats.org/drawingml/2006/main" noGrp="1"/>
          </p:cNvSpPr>
          <p:nvPr/>
        </p:nvSpPr>
        <p:spPr>
          <a:xfrm xmlns:a="http://schemas.openxmlformats.org/drawingml/2006/main">
            <a:off x="8470900" y="3251200"/>
            <a:ext cx="457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900" b="1">
                <a:solidFill>
                  <a:srgbClr val="596579"/>
                </a:solidFill>
                <a:latin typeface="Cascadia Mono"/>
                <a:ea typeface="Cascadia Mono"/>
                <a:cs typeface="Cascadia Mono"/>
              </a:rPr>
              <a:t>DB</a:t>
            </a:r>
          </a:p>
        </p:txBody>
      </p:sp>
      <p:sp>
        <p:nvSpPr>
          <p:cNvPr id="49" name="TextBox 48">
            <a:extLst xmlns:a="http://schemas.openxmlformats.org/drawingml/2006/main">
              <a:ext uri="{FF2B5EF4-FFF2-40B4-BE49-F238E27FC236}">
                <a16:creationId xmlns:a16="http://schemas.microsoft.com/office/drawing/2014/main" id="{C721AE6E-5731-FCF0-ED5A-086029A066A9}"/>
              </a:ext>
            </a:extLst>
          </p:cNvPr>
          <p:cNvSpPr>
            <a:spLocks xmlns:a="http://schemas.openxmlformats.org/drawingml/2006/main" noGrp="1"/>
          </p:cNvSpPr>
          <p:nvPr/>
        </p:nvSpPr>
        <p:spPr>
          <a:xfrm xmlns:a="http://schemas.openxmlformats.org/drawingml/2006/main">
            <a:off x="9055100" y="3225800"/>
            <a:ext cx="2336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r>
              <a:rPr sz="1400">
                <a:solidFill>
                  <a:srgbClr val="0B1020"/>
                </a:solidFill>
                <a:latin typeface="Aptos"/>
                <a:ea typeface="Aptos"/>
                <a:cs typeface="Aptos"/>
              </a:rPr>
              <a:t>Isolated test database</a:t>
            </a:r>
          </a:p>
        </p:txBody>
      </p:sp>
      <p:sp>
        <p:nvSpPr>
          <p:cNvPr id="50" name="Rectangle: Rounded Corners 49">
            <a:extLst xmlns:a="http://schemas.openxmlformats.org/drawingml/2006/main">
              <a:ext uri="{FF2B5EF4-FFF2-40B4-BE49-F238E27FC236}">
                <a16:creationId xmlns:a16="http://schemas.microsoft.com/office/drawing/2014/main" id="{2058519F-9AEB-5C9B-9106-A09193D63493}"/>
              </a:ext>
            </a:extLst>
          </p:cNvPr>
          <p:cNvSpPr>
            <a:spLocks xmlns:a="http://schemas.openxmlformats.org/drawingml/2006/main" noGrp="1"/>
          </p:cNvSpPr>
          <p:nvPr/>
        </p:nvSpPr>
        <p:spPr>
          <a:xfrm xmlns:a="http://schemas.openxmlformats.org/drawingml/2006/main">
            <a:off x="8470900" y="3657600"/>
            <a:ext cx="457200" cy="330200"/>
          </a:xfrm>
          <a:prstGeom xmlns:a="http://schemas.openxmlformats.org/drawingml/2006/main" prst="roundRect">
            <a:avLst/>
          </a:prstGeom>
          <a:solidFill xmlns:a="http://schemas.openxmlformats.org/drawingml/2006/main">
            <a:srgbClr val="E9EEF5"/>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1" name="TextBox 50">
            <a:extLst xmlns:a="http://schemas.openxmlformats.org/drawingml/2006/main">
              <a:ext uri="{FF2B5EF4-FFF2-40B4-BE49-F238E27FC236}">
                <a16:creationId xmlns:a16="http://schemas.microsoft.com/office/drawing/2014/main" id="{89D8108C-4505-55F6-216D-B60FE36F02FB}"/>
              </a:ext>
            </a:extLst>
          </p:cNvPr>
          <p:cNvSpPr>
            <a:spLocks xmlns:a="http://schemas.openxmlformats.org/drawingml/2006/main" noGrp="1"/>
          </p:cNvSpPr>
          <p:nvPr/>
        </p:nvSpPr>
        <p:spPr>
          <a:xfrm xmlns:a="http://schemas.openxmlformats.org/drawingml/2006/main">
            <a:off x="8470900" y="3708400"/>
            <a:ext cx="457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900" b="1">
                <a:solidFill>
                  <a:srgbClr val="596579"/>
                </a:solidFill>
                <a:latin typeface="Cascadia Mono"/>
                <a:ea typeface="Cascadia Mono"/>
                <a:cs typeface="Cascadia Mono"/>
              </a:rPr>
              <a:t>RUN</a:t>
            </a:r>
          </a:p>
        </p:txBody>
      </p:sp>
      <p:sp>
        <p:nvSpPr>
          <p:cNvPr id="52" name="TextBox 51">
            <a:extLst xmlns:a="http://schemas.openxmlformats.org/drawingml/2006/main">
              <a:ext uri="{FF2B5EF4-FFF2-40B4-BE49-F238E27FC236}">
                <a16:creationId xmlns:a16="http://schemas.microsoft.com/office/drawing/2014/main" id="{28D32A28-3940-FCAB-BAD7-1E88DBD86F8A}"/>
              </a:ext>
            </a:extLst>
          </p:cNvPr>
          <p:cNvSpPr>
            <a:spLocks xmlns:a="http://schemas.openxmlformats.org/drawingml/2006/main" noGrp="1"/>
          </p:cNvSpPr>
          <p:nvPr/>
        </p:nvSpPr>
        <p:spPr>
          <a:xfrm xmlns:a="http://schemas.openxmlformats.org/drawingml/2006/main">
            <a:off x="9055100" y="3683000"/>
            <a:ext cx="2336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r>
              <a:rPr sz="1400">
                <a:solidFill>
                  <a:srgbClr val="0B1020"/>
                </a:solidFill>
                <a:latin typeface="Aptos"/>
                <a:ea typeface="Aptos"/>
                <a:cs typeface="Aptos"/>
              </a:rPr>
              <a:t>Tests + task commit</a:t>
            </a:r>
          </a:p>
        </p:txBody>
      </p:sp>
      <p:sp>
        <p:nvSpPr>
          <p:cNvPr id="53" name="Rectangle: Rounded Corners 52">
            <a:extLst xmlns:a="http://schemas.openxmlformats.org/drawingml/2006/main">
              <a:ext uri="{FF2B5EF4-FFF2-40B4-BE49-F238E27FC236}">
                <a16:creationId xmlns:a16="http://schemas.microsoft.com/office/drawing/2014/main" id="{2043D860-9682-348E-9AFF-B343EFE6114A}"/>
              </a:ext>
            </a:extLst>
          </p:cNvPr>
          <p:cNvSpPr>
            <a:spLocks xmlns:a="http://schemas.openxmlformats.org/drawingml/2006/main" noGrp="1"/>
          </p:cNvSpPr>
          <p:nvPr/>
        </p:nvSpPr>
        <p:spPr>
          <a:xfrm xmlns:a="http://schemas.openxmlformats.org/drawingml/2006/main">
            <a:off x="8470900" y="4114800"/>
            <a:ext cx="457200" cy="330200"/>
          </a:xfrm>
          <a:prstGeom xmlns:a="http://schemas.openxmlformats.org/drawingml/2006/main" prst="roundRect">
            <a:avLst/>
          </a:prstGeom>
          <a:solidFill xmlns:a="http://schemas.openxmlformats.org/drawingml/2006/main">
            <a:srgbClr val="E9EEF5"/>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4" name="TextBox 53">
            <a:extLst xmlns:a="http://schemas.openxmlformats.org/drawingml/2006/main">
              <a:ext uri="{FF2B5EF4-FFF2-40B4-BE49-F238E27FC236}">
                <a16:creationId xmlns:a16="http://schemas.microsoft.com/office/drawing/2014/main" id="{441CA176-2E5F-0A07-97DB-0D1D00F29681}"/>
              </a:ext>
            </a:extLst>
          </p:cNvPr>
          <p:cNvSpPr>
            <a:spLocks xmlns:a="http://schemas.openxmlformats.org/drawingml/2006/main" noGrp="1"/>
          </p:cNvSpPr>
          <p:nvPr/>
        </p:nvSpPr>
        <p:spPr>
          <a:xfrm xmlns:a="http://schemas.openxmlformats.org/drawingml/2006/main">
            <a:off x="8470900" y="4165600"/>
            <a:ext cx="457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900" b="1">
                <a:solidFill>
                  <a:srgbClr val="596579"/>
                </a:solidFill>
                <a:latin typeface="Cascadia Mono"/>
                <a:ea typeface="Cascadia Mono"/>
                <a:cs typeface="Cascadia Mono"/>
              </a:rPr>
              <a:t>PORT</a:t>
            </a:r>
          </a:p>
        </p:txBody>
      </p:sp>
      <p:sp>
        <p:nvSpPr>
          <p:cNvPr id="55" name="TextBox 54">
            <a:extLst xmlns:a="http://schemas.openxmlformats.org/drawingml/2006/main">
              <a:ext uri="{FF2B5EF4-FFF2-40B4-BE49-F238E27FC236}">
                <a16:creationId xmlns:a16="http://schemas.microsoft.com/office/drawing/2014/main" id="{9EC293FA-3E31-54D9-235F-0DDD39E008E4}"/>
              </a:ext>
            </a:extLst>
          </p:cNvPr>
          <p:cNvSpPr>
            <a:spLocks xmlns:a="http://schemas.openxmlformats.org/drawingml/2006/main" noGrp="1"/>
          </p:cNvSpPr>
          <p:nvPr/>
        </p:nvSpPr>
        <p:spPr>
          <a:xfrm xmlns:a="http://schemas.openxmlformats.org/drawingml/2006/main">
            <a:off x="9055100" y="4140200"/>
            <a:ext cx="2336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r>
              <a:rPr sz="1400">
                <a:solidFill>
                  <a:srgbClr val="0B1020"/>
                </a:solidFill>
                <a:latin typeface="Aptos"/>
                <a:ea typeface="Aptos"/>
                <a:cs typeface="Aptos"/>
              </a:rPr>
              <a:t>Preview on demand</a:t>
            </a:r>
          </a:p>
        </p:txBody>
      </p:sp>
      <p:sp>
        <p:nvSpPr>
          <p:cNvPr id="56" name="TextBox 55">
            <a:extLst xmlns:a="http://schemas.openxmlformats.org/drawingml/2006/main">
              <a:ext uri="{FF2B5EF4-FFF2-40B4-BE49-F238E27FC236}">
                <a16:creationId xmlns:a16="http://schemas.microsoft.com/office/drawing/2014/main" id="{8D16D5DB-8DE9-5872-53CB-D64D8B2EBE96}"/>
              </a:ext>
            </a:extLst>
          </p:cNvPr>
          <p:cNvSpPr>
            <a:spLocks xmlns:a="http://schemas.openxmlformats.org/drawingml/2006/main" noGrp="1"/>
          </p:cNvSpPr>
          <p:nvPr/>
        </p:nvSpPr>
        <p:spPr>
          <a:xfrm xmlns:a="http://schemas.openxmlformats.org/drawingml/2006/main">
            <a:off x="609600" y="5346700"/>
            <a:ext cx="6604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400">
                <a:solidFill>
                  <a:srgbClr val="596579"/>
                </a:solidFill>
                <a:latin typeface="Cascadia Mono"/>
                <a:ea typeface="Cascadia Mono"/>
                <a:cs typeface="Cascadia Mono"/>
              </a:rPr>
              <a:t>Default concurrency: 3 · adjustable without killing active workers</a:t>
            </a:r>
          </a:p>
        </p:txBody>
      </p:sp>
      <p:sp>
        <p:nvSpPr>
          <p:cNvPr id="57" name="TextBox 56">
            <a:extLst xmlns:a="http://schemas.openxmlformats.org/drawingml/2006/main">
              <a:ext uri="{FF2B5EF4-FFF2-40B4-BE49-F238E27FC236}">
                <a16:creationId xmlns:a16="http://schemas.microsoft.com/office/drawing/2014/main" id="{E96DE2F9-097D-033D-A86E-5E7409CEF974}"/>
              </a:ext>
            </a:extLst>
          </p:cNvPr>
          <p:cNvSpPr>
            <a:spLocks xmlns:a="http://schemas.openxmlformats.org/drawingml/2006/main" noGrp="1"/>
          </p:cNvSpPr>
          <p:nvPr/>
        </p:nvSpPr>
        <p:spPr>
          <a:xfrm xmlns:a="http://schemas.openxmlformats.org/drawingml/2006/main">
            <a:off x="609600" y="5918200"/>
            <a:ext cx="10972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ctr">
              <a:buNone/>
            </a:pPr>
            <a:r>
              <a:rPr sz="2200" b="1">
                <a:solidFill>
                  <a:srgbClr val="0B1020"/>
                </a:solidFill>
                <a:latin typeface="Aptos"/>
                <a:ea typeface="Aptos"/>
                <a:cs typeface="Aptos"/>
              </a:rPr>
              <a:t>One task → one branch → one commit → one reviewable result</a:t>
            </a:r>
          </a:p>
        </p:txBody>
      </p:sp>
    </p:spTree>
    <p:extLst>
      <p:ext uri="{BB962C8B-B14F-4D97-AF65-F5344CB8AC3E}">
        <p14:creationId xmlns:p14="http://schemas.microsoft.com/office/powerpoint/2010/main" val="305115987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E943E21-B176-FD6E-9469-B4D55D4EA899}"/>
              </a:ext>
            </a:extLst>
          </p:cNvPr>
          <p:cNvSpPr>
            <a:spLocks xmlns:a="http://schemas.openxmlformats.org/drawingml/2006/main" noGrp="1"/>
          </p:cNvSpPr>
          <p:nvPr/>
        </p:nvSpPr>
        <p:spPr>
          <a:xfrm xmlns:a="http://schemas.openxmlformats.org/drawingml/2006/main">
            <a:off x="533400" y="393700"/>
            <a:ext cx="10668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3600" b="1">
                <a:solidFill>
                  <a:srgbClr val="0B1020"/>
                </a:solidFill>
                <a:latin typeface="Aptos Display"/>
                <a:ea typeface="Aptos Display"/>
                <a:cs typeface="Aptos Display"/>
              </a:rPr>
              <a:t>Factory owns the lifecycle, not just the agent turn.</a:t>
            </a:r>
          </a:p>
        </p:txBody>
      </p:sp>
      <p:sp>
        <p:nvSpPr>
          <p:cNvPr id="3" name="TextBox 2">
            <a:extLst xmlns:a="http://schemas.openxmlformats.org/drawingml/2006/main">
              <a:ext uri="{FF2B5EF4-FFF2-40B4-BE49-F238E27FC236}">
                <a16:creationId xmlns:a16="http://schemas.microsoft.com/office/drawing/2014/main" id="{71AD42DA-6CC7-34F5-47BA-9EFFBB1A038F}"/>
              </a:ext>
            </a:extLst>
          </p:cNvPr>
          <p:cNvSpPr>
            <a:spLocks xmlns:a="http://schemas.openxmlformats.org/drawingml/2006/main" noGrp="1"/>
          </p:cNvSpPr>
          <p:nvPr/>
        </p:nvSpPr>
        <p:spPr>
          <a:xfrm xmlns:a="http://schemas.openxmlformats.org/drawingml/2006/main">
            <a:off x="11366500" y="444500"/>
            <a:ext cx="304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r">
              <a:buNone/>
            </a:pPr>
            <a:r>
              <a:rPr sz="1000">
                <a:solidFill>
                  <a:srgbClr val="596579"/>
                </a:solidFill>
                <a:latin typeface="Aptos"/>
                <a:ea typeface="Aptos"/>
                <a:cs typeface="Aptos"/>
              </a:rPr>
              <a:t>4</a:t>
            </a:r>
          </a:p>
        </p:txBody>
      </p:sp>
      <p:sp>
        <p:nvSpPr>
          <p:cNvPr id="4" name="TextBox 3">
            <a:extLst xmlns:a="http://schemas.openxmlformats.org/drawingml/2006/main">
              <a:ext uri="{FF2B5EF4-FFF2-40B4-BE49-F238E27FC236}">
                <a16:creationId xmlns:a16="http://schemas.microsoft.com/office/drawing/2014/main" id="{28C378E6-1D76-E97F-D3A5-CF92FFA856BB}"/>
              </a:ext>
            </a:extLst>
          </p:cNvPr>
          <p:cNvSpPr>
            <a:spLocks xmlns:a="http://schemas.openxmlformats.org/drawingml/2006/main" noGrp="1"/>
          </p:cNvSpPr>
          <p:nvPr/>
        </p:nvSpPr>
        <p:spPr>
          <a:xfrm xmlns:a="http://schemas.openxmlformats.org/drawingml/2006/main">
            <a:off x="558800" y="1168400"/>
            <a:ext cx="8890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a:solidFill>
                  <a:srgbClr val="596579"/>
                </a:solidFill>
                <a:latin typeface="Aptos"/>
                <a:ea typeface="Aptos"/>
                <a:cs typeface="Aptos"/>
              </a:rPr>
              <a:t>Three intake paths converge on one deterministic queue.</a:t>
            </a:r>
          </a:p>
        </p:txBody>
      </p:sp>
      <p:sp>
        <p:nvSpPr>
          <p:cNvPr id="5" name="Straight Connector 4">
            <a:extLst xmlns:a="http://schemas.openxmlformats.org/drawingml/2006/main">
              <a:ext uri="{FF2B5EF4-FFF2-40B4-BE49-F238E27FC236}">
                <a16:creationId xmlns:a16="http://schemas.microsoft.com/office/drawing/2014/main" id="{6F691574-2935-469B-8033-003F5E46C6B2}"/>
              </a:ext>
            </a:extLst>
          </p:cNvPr>
          <p:cNvSpPr>
            <a:spLocks xmlns:a="http://schemas.openxmlformats.org/drawingml/2006/main" noGrp="1"/>
          </p:cNvSpPr>
          <p:nvPr/>
        </p:nvSpPr>
        <p:spPr>
          <a:xfrm xmlns:a="http://schemas.openxmlformats.org/drawingml/2006/main">
            <a:off x="2184400" y="2247900"/>
            <a:ext cx="1041400" cy="787400"/>
          </a:xfrm>
          <a:prstGeom xmlns:a="http://schemas.openxmlformats.org/drawingml/2006/main" prst="line">
            <a:avLst/>
          </a:prstGeom>
          <a:ln xmlns:a="http://schemas.openxmlformats.org/drawingml/2006/main" w="19050">
            <a:solidFill>
              <a:srgbClr val="BCC7D6"/>
            </a:solidFill>
            <a:tailEnd type="triangle"/>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6" name="Straight Connector 5">
            <a:extLst xmlns:a="http://schemas.openxmlformats.org/drawingml/2006/main">
              <a:ext uri="{FF2B5EF4-FFF2-40B4-BE49-F238E27FC236}">
                <a16:creationId xmlns:a16="http://schemas.microsoft.com/office/drawing/2014/main" id="{716BAD35-503A-4198-A445-3FF30016C857}"/>
              </a:ext>
            </a:extLst>
          </p:cNvPr>
          <p:cNvSpPr>
            <a:spLocks xmlns:a="http://schemas.openxmlformats.org/drawingml/2006/main" noGrp="1"/>
          </p:cNvSpPr>
          <p:nvPr/>
        </p:nvSpPr>
        <p:spPr>
          <a:xfrm xmlns:a="http://schemas.openxmlformats.org/drawingml/2006/main">
            <a:off x="2184400" y="3060700"/>
            <a:ext cx="1041400" cy="88900"/>
          </a:xfrm>
          <a:prstGeom xmlns:a="http://schemas.openxmlformats.org/drawingml/2006/main" prst="line">
            <a:avLst/>
          </a:prstGeom>
          <a:ln xmlns:a="http://schemas.openxmlformats.org/drawingml/2006/main" w="19050">
            <a:solidFill>
              <a:srgbClr val="BCC7D6"/>
            </a:solidFill>
            <a:tailEnd type="triangle"/>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7" name="Straight Connector 6">
            <a:extLst xmlns:a="http://schemas.openxmlformats.org/drawingml/2006/main">
              <a:ext uri="{FF2B5EF4-FFF2-40B4-BE49-F238E27FC236}">
                <a16:creationId xmlns:a16="http://schemas.microsoft.com/office/drawing/2014/main" id="{058A5FFA-A123-46CA-9B05-9B35A4DB1A1E}"/>
              </a:ext>
            </a:extLst>
          </p:cNvPr>
          <p:cNvSpPr>
            <a:spLocks xmlns:a="http://schemas.openxmlformats.org/drawingml/2006/main" noGrp="1"/>
          </p:cNvSpPr>
          <p:nvPr/>
        </p:nvSpPr>
        <p:spPr>
          <a:xfrm xmlns:a="http://schemas.openxmlformats.org/drawingml/2006/main" flipV="1">
            <a:off x="2184400" y="3263900"/>
            <a:ext cx="1041400" cy="609600"/>
          </a:xfrm>
          <a:prstGeom xmlns:a="http://schemas.openxmlformats.org/drawingml/2006/main" prst="line">
            <a:avLst/>
          </a:prstGeom>
          <a:ln xmlns:a="http://schemas.openxmlformats.org/drawingml/2006/main" w="19050">
            <a:solidFill>
              <a:srgbClr val="BCC7D6"/>
            </a:solidFill>
            <a:tailEnd type="triangle"/>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8" name="Straight Connector 7">
            <a:extLst xmlns:a="http://schemas.openxmlformats.org/drawingml/2006/main">
              <a:ext uri="{FF2B5EF4-FFF2-40B4-BE49-F238E27FC236}">
                <a16:creationId xmlns:a16="http://schemas.microsoft.com/office/drawing/2014/main" id="{EE2FF06D-0924-4088-A06B-C80C1EE2CD2F}"/>
              </a:ext>
            </a:extLst>
          </p:cNvPr>
          <p:cNvSpPr>
            <a:spLocks xmlns:a="http://schemas.openxmlformats.org/drawingml/2006/main" noGrp="1"/>
          </p:cNvSpPr>
          <p:nvPr/>
        </p:nvSpPr>
        <p:spPr>
          <a:xfrm xmlns:a="http://schemas.openxmlformats.org/drawingml/2006/main">
            <a:off x="4826000" y="3162300"/>
            <a:ext cx="635000" cy="0"/>
          </a:xfrm>
          <a:prstGeom xmlns:a="http://schemas.openxmlformats.org/drawingml/2006/main" prst="line">
            <a:avLst/>
          </a:prstGeom>
          <a:ln xmlns:a="http://schemas.openxmlformats.org/drawingml/2006/main" w="22860">
            <a:solidFill>
              <a:srgbClr val="BCC7D6"/>
            </a:solidFill>
            <a:tailEnd type="triangle"/>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9" name="Straight Connector 8">
            <a:extLst xmlns:a="http://schemas.openxmlformats.org/drawingml/2006/main">
              <a:ext uri="{FF2B5EF4-FFF2-40B4-BE49-F238E27FC236}">
                <a16:creationId xmlns:a16="http://schemas.microsoft.com/office/drawing/2014/main" id="{DA9CB332-9F05-4C5A-AE42-AE9271BC31C8}"/>
              </a:ext>
            </a:extLst>
          </p:cNvPr>
          <p:cNvSpPr>
            <a:spLocks xmlns:a="http://schemas.openxmlformats.org/drawingml/2006/main" noGrp="1"/>
          </p:cNvSpPr>
          <p:nvPr/>
        </p:nvSpPr>
        <p:spPr>
          <a:xfrm xmlns:a="http://schemas.openxmlformats.org/drawingml/2006/main">
            <a:off x="7061200" y="3162300"/>
            <a:ext cx="635000" cy="0"/>
          </a:xfrm>
          <a:prstGeom xmlns:a="http://schemas.openxmlformats.org/drawingml/2006/main" prst="line">
            <a:avLst/>
          </a:prstGeom>
          <a:ln xmlns:a="http://schemas.openxmlformats.org/drawingml/2006/main" w="22860">
            <a:solidFill>
              <a:srgbClr val="BCC7D6"/>
            </a:solidFill>
            <a:tailEnd type="triangle"/>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10" name="Straight Connector 9">
            <a:extLst xmlns:a="http://schemas.openxmlformats.org/drawingml/2006/main">
              <a:ext uri="{FF2B5EF4-FFF2-40B4-BE49-F238E27FC236}">
                <a16:creationId xmlns:a16="http://schemas.microsoft.com/office/drawing/2014/main" id="{1CD13513-DFEF-453A-94D2-D073DED98CD4}"/>
              </a:ext>
            </a:extLst>
          </p:cNvPr>
          <p:cNvSpPr>
            <a:spLocks xmlns:a="http://schemas.openxmlformats.org/drawingml/2006/main" noGrp="1"/>
          </p:cNvSpPr>
          <p:nvPr/>
        </p:nvSpPr>
        <p:spPr>
          <a:xfrm xmlns:a="http://schemas.openxmlformats.org/drawingml/2006/main">
            <a:off x="9296400" y="3162300"/>
            <a:ext cx="635000" cy="0"/>
          </a:xfrm>
          <a:prstGeom xmlns:a="http://schemas.openxmlformats.org/drawingml/2006/main" prst="line">
            <a:avLst/>
          </a:prstGeom>
          <a:ln xmlns:a="http://schemas.openxmlformats.org/drawingml/2006/main" w="22860">
            <a:solidFill>
              <a:srgbClr val="BCC7D6"/>
            </a:solidFill>
            <a:tailEnd type="triangle"/>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11" name="Straight Connector 10">
            <a:extLst xmlns:a="http://schemas.openxmlformats.org/drawingml/2006/main">
              <a:ext uri="{FF2B5EF4-FFF2-40B4-BE49-F238E27FC236}">
                <a16:creationId xmlns:a16="http://schemas.microsoft.com/office/drawing/2014/main" id="{AF961442-BD73-481F-A71D-6901E3D0F109}"/>
              </a:ext>
            </a:extLst>
          </p:cNvPr>
          <p:cNvSpPr>
            <a:spLocks xmlns:a="http://schemas.openxmlformats.org/drawingml/2006/main" noGrp="1"/>
          </p:cNvSpPr>
          <p:nvPr/>
        </p:nvSpPr>
        <p:spPr>
          <a:xfrm xmlns:a="http://schemas.openxmlformats.org/drawingml/2006/main">
            <a:off x="10769600" y="3810000"/>
            <a:ext cx="0" cy="800100"/>
          </a:xfrm>
          <a:prstGeom xmlns:a="http://schemas.openxmlformats.org/drawingml/2006/main" prst="line">
            <a:avLst/>
          </a:prstGeom>
          <a:ln xmlns:a="http://schemas.openxmlformats.org/drawingml/2006/main" w="22860">
            <a:solidFill>
              <a:srgbClr val="BCC7D6"/>
            </a:solidFill>
            <a:tailEnd type="triangle"/>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12" name="Straight Connector 11">
            <a:extLst xmlns:a="http://schemas.openxmlformats.org/drawingml/2006/main">
              <a:ext uri="{FF2B5EF4-FFF2-40B4-BE49-F238E27FC236}">
                <a16:creationId xmlns:a16="http://schemas.microsoft.com/office/drawing/2014/main" id="{C5D63F5F-D6B7-4641-964D-2C6D4E438D42}"/>
              </a:ext>
            </a:extLst>
          </p:cNvPr>
          <p:cNvSpPr>
            <a:spLocks xmlns:a="http://schemas.openxmlformats.org/drawingml/2006/main" noGrp="1"/>
          </p:cNvSpPr>
          <p:nvPr/>
        </p:nvSpPr>
        <p:spPr>
          <a:xfrm xmlns:a="http://schemas.openxmlformats.org/drawingml/2006/main" flipH="1">
            <a:off x="8940800" y="5257800"/>
            <a:ext cx="990600" cy="0"/>
          </a:xfrm>
          <a:prstGeom xmlns:a="http://schemas.openxmlformats.org/drawingml/2006/main" prst="line">
            <a:avLst/>
          </a:prstGeom>
          <a:ln xmlns:a="http://schemas.openxmlformats.org/drawingml/2006/main" w="22860">
            <a:solidFill>
              <a:srgbClr val="BCC7D6"/>
            </a:solidFill>
            <a:tailEnd type="triangle"/>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13" name="Straight Connector 12">
            <a:extLst xmlns:a="http://schemas.openxmlformats.org/drawingml/2006/main">
              <a:ext uri="{FF2B5EF4-FFF2-40B4-BE49-F238E27FC236}">
                <a16:creationId xmlns:a16="http://schemas.microsoft.com/office/drawing/2014/main" id="{FD9AD843-74A7-4E62-B9EE-D77A2DDD73B0}"/>
              </a:ext>
            </a:extLst>
          </p:cNvPr>
          <p:cNvSpPr>
            <a:spLocks xmlns:a="http://schemas.openxmlformats.org/drawingml/2006/main" noGrp="1"/>
          </p:cNvSpPr>
          <p:nvPr/>
        </p:nvSpPr>
        <p:spPr>
          <a:xfrm xmlns:a="http://schemas.openxmlformats.org/drawingml/2006/main" flipH="1">
            <a:off x="6350000" y="5257800"/>
            <a:ext cx="990600" cy="0"/>
          </a:xfrm>
          <a:prstGeom xmlns:a="http://schemas.openxmlformats.org/drawingml/2006/main" prst="line">
            <a:avLst/>
          </a:prstGeom>
          <a:ln xmlns:a="http://schemas.openxmlformats.org/drawingml/2006/main" w="22860">
            <a:solidFill>
              <a:srgbClr val="BCC7D6"/>
            </a:solidFill>
            <a:tailEnd type="triangle"/>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14" name="Rectangle: Rounded Corners 13">
            <a:extLst xmlns:a="http://schemas.openxmlformats.org/drawingml/2006/main">
              <a:ext uri="{FF2B5EF4-FFF2-40B4-BE49-F238E27FC236}">
                <a16:creationId xmlns:a16="http://schemas.microsoft.com/office/drawing/2014/main" id="{E40A17F9-BF06-AD46-25AF-407ACE6F16F6}"/>
              </a:ext>
            </a:extLst>
          </p:cNvPr>
          <p:cNvSpPr>
            <a:spLocks xmlns:a="http://schemas.openxmlformats.org/drawingml/2006/main" noGrp="1"/>
          </p:cNvSpPr>
          <p:nvPr/>
        </p:nvSpPr>
        <p:spPr>
          <a:xfrm xmlns:a="http://schemas.openxmlformats.org/drawingml/2006/main">
            <a:off x="609600" y="1841500"/>
            <a:ext cx="1574800" cy="685800"/>
          </a:xfrm>
          <a:prstGeom xmlns:a="http://schemas.openxmlformats.org/drawingml/2006/main" prst="roundRect">
            <a:avLst/>
          </a:prstGeom>
          <a:solidFill xmlns:a="http://schemas.openxmlformats.org/drawingml/2006/main">
            <a:srgbClr val="D8E9FF"/>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5" name="TextBox 14">
            <a:extLst xmlns:a="http://schemas.openxmlformats.org/drawingml/2006/main">
              <a:ext uri="{FF2B5EF4-FFF2-40B4-BE49-F238E27FC236}">
                <a16:creationId xmlns:a16="http://schemas.microsoft.com/office/drawing/2014/main" id="{3336B7A1-4C4A-E464-EB38-FCFF2C5CBA78}"/>
              </a:ext>
            </a:extLst>
          </p:cNvPr>
          <p:cNvSpPr>
            <a:spLocks xmlns:a="http://schemas.openxmlformats.org/drawingml/2006/main" noGrp="1"/>
          </p:cNvSpPr>
          <p:nvPr/>
        </p:nvSpPr>
        <p:spPr>
          <a:xfrm xmlns:a="http://schemas.openxmlformats.org/drawingml/2006/main">
            <a:off x="762000" y="2032000"/>
            <a:ext cx="1270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1400" b="1">
                <a:solidFill>
                  <a:srgbClr val="0B1020"/>
                </a:solidFill>
                <a:latin typeface="Aptos"/>
                <a:ea typeface="Aptos"/>
                <a:cs typeface="Aptos"/>
              </a:rPr>
              <a:t>Asana · read-only</a:t>
            </a:r>
          </a:p>
        </p:txBody>
      </p:sp>
      <p:sp>
        <p:nvSpPr>
          <p:cNvPr id="16" name="Rectangle: Rounded Corners 15">
            <a:extLst xmlns:a="http://schemas.openxmlformats.org/drawingml/2006/main">
              <a:ext uri="{FF2B5EF4-FFF2-40B4-BE49-F238E27FC236}">
                <a16:creationId xmlns:a16="http://schemas.microsoft.com/office/drawing/2014/main" id="{B1F99E33-2318-E0A7-6345-BCC0750F1FE4}"/>
              </a:ext>
            </a:extLst>
          </p:cNvPr>
          <p:cNvSpPr>
            <a:spLocks xmlns:a="http://schemas.openxmlformats.org/drawingml/2006/main" noGrp="1"/>
          </p:cNvSpPr>
          <p:nvPr/>
        </p:nvSpPr>
        <p:spPr>
          <a:xfrm xmlns:a="http://schemas.openxmlformats.org/drawingml/2006/main">
            <a:off x="609600" y="2654300"/>
            <a:ext cx="1574800" cy="685800"/>
          </a:xfrm>
          <a:prstGeom xmlns:a="http://schemas.openxmlformats.org/drawingml/2006/main" prst="roundRect">
            <a:avLst/>
          </a:prstGeom>
          <a:solidFill xmlns:a="http://schemas.openxmlformats.org/drawingml/2006/main">
            <a:srgbClr val="DDF6EC"/>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7" name="TextBox 16">
            <a:extLst xmlns:a="http://schemas.openxmlformats.org/drawingml/2006/main">
              <a:ext uri="{FF2B5EF4-FFF2-40B4-BE49-F238E27FC236}">
                <a16:creationId xmlns:a16="http://schemas.microsoft.com/office/drawing/2014/main" id="{401007CE-05A1-AD14-4E93-CE43AAE0142F}"/>
              </a:ext>
            </a:extLst>
          </p:cNvPr>
          <p:cNvSpPr>
            <a:spLocks xmlns:a="http://schemas.openxmlformats.org/drawingml/2006/main" noGrp="1"/>
          </p:cNvSpPr>
          <p:nvPr/>
        </p:nvSpPr>
        <p:spPr>
          <a:xfrm xmlns:a="http://schemas.openxmlformats.org/drawingml/2006/main">
            <a:off x="762000" y="2844800"/>
            <a:ext cx="1270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1400" b="1">
                <a:solidFill>
                  <a:srgbClr val="0B1020"/>
                </a:solidFill>
                <a:latin typeface="Cascadia Mono"/>
                <a:ea typeface="Cascadia Mono"/>
                <a:cs typeface="Cascadia Mono"/>
              </a:rPr>
              <a:t>factory new</a:t>
            </a:r>
          </a:p>
        </p:txBody>
      </p:sp>
      <p:sp>
        <p:nvSpPr>
          <p:cNvPr id="18" name="Rectangle: Rounded Corners 17">
            <a:extLst xmlns:a="http://schemas.openxmlformats.org/drawingml/2006/main">
              <a:ext uri="{FF2B5EF4-FFF2-40B4-BE49-F238E27FC236}">
                <a16:creationId xmlns:a16="http://schemas.microsoft.com/office/drawing/2014/main" id="{D89E726C-9109-669E-9AD3-887D283F991C}"/>
              </a:ext>
            </a:extLst>
          </p:cNvPr>
          <p:cNvSpPr>
            <a:spLocks xmlns:a="http://schemas.openxmlformats.org/drawingml/2006/main" noGrp="1"/>
          </p:cNvSpPr>
          <p:nvPr/>
        </p:nvSpPr>
        <p:spPr>
          <a:xfrm xmlns:a="http://schemas.openxmlformats.org/drawingml/2006/main">
            <a:off x="609600" y="3467100"/>
            <a:ext cx="1574800" cy="685800"/>
          </a:xfrm>
          <a:prstGeom xmlns:a="http://schemas.openxmlformats.org/drawingml/2006/main" prst="roundRect">
            <a:avLst/>
          </a:prstGeom>
          <a:solidFill xmlns:a="http://schemas.openxmlformats.org/drawingml/2006/main">
            <a:srgbClr val="E9EEF5"/>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9" name="TextBox 18">
            <a:extLst xmlns:a="http://schemas.openxmlformats.org/drawingml/2006/main">
              <a:ext uri="{FF2B5EF4-FFF2-40B4-BE49-F238E27FC236}">
                <a16:creationId xmlns:a16="http://schemas.microsoft.com/office/drawing/2014/main" id="{808ACCDA-CED0-DC65-AB74-94274C4C1008}"/>
              </a:ext>
            </a:extLst>
          </p:cNvPr>
          <p:cNvSpPr>
            <a:spLocks xmlns:a="http://schemas.openxmlformats.org/drawingml/2006/main" noGrp="1"/>
          </p:cNvSpPr>
          <p:nvPr/>
        </p:nvSpPr>
        <p:spPr>
          <a:xfrm xmlns:a="http://schemas.openxmlformats.org/drawingml/2006/main">
            <a:off x="762000" y="3657600"/>
            <a:ext cx="1270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1400" b="1">
                <a:solidFill>
                  <a:srgbClr val="0B1020"/>
                </a:solidFill>
                <a:latin typeface="Cascadia Mono"/>
                <a:ea typeface="Cascadia Mono"/>
                <a:cs typeface="Cascadia Mono"/>
              </a:rPr>
              <a:t>add --file</a:t>
            </a:r>
          </a:p>
        </p:txBody>
      </p:sp>
      <p:sp>
        <p:nvSpPr>
          <p:cNvPr id="20" name="Rectangle: Rounded Corners 19">
            <a:extLst xmlns:a="http://schemas.openxmlformats.org/drawingml/2006/main">
              <a:ext uri="{FF2B5EF4-FFF2-40B4-BE49-F238E27FC236}">
                <a16:creationId xmlns:a16="http://schemas.microsoft.com/office/drawing/2014/main" id="{C6FCEC07-661D-B840-A4AB-D137F7F51073}"/>
              </a:ext>
            </a:extLst>
          </p:cNvPr>
          <p:cNvSpPr>
            <a:spLocks xmlns:a="http://schemas.openxmlformats.org/drawingml/2006/main" noGrp="1"/>
          </p:cNvSpPr>
          <p:nvPr/>
        </p:nvSpPr>
        <p:spPr>
          <a:xfrm xmlns:a="http://schemas.openxmlformats.org/drawingml/2006/main">
            <a:off x="3225800" y="2730500"/>
            <a:ext cx="1600200" cy="863600"/>
          </a:xfrm>
          <a:prstGeom xmlns:a="http://schemas.openxmlformats.org/drawingml/2006/main" prst="roundRect">
            <a:avLst/>
          </a:prstGeom>
          <a:solidFill xmlns:a="http://schemas.openxmlformats.org/drawingml/2006/main">
            <a:srgbClr val="E9EEF5"/>
          </a:solidFill>
          <a:ln xmlns:a="http://schemas.openxmlformats.org/drawingml/2006/main" w="8890">
            <a:solidFill>
              <a:srgbClr val="BCC7D6"/>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TextBox 20">
            <a:extLst xmlns:a="http://schemas.openxmlformats.org/drawingml/2006/main">
              <a:ext uri="{FF2B5EF4-FFF2-40B4-BE49-F238E27FC236}">
                <a16:creationId xmlns:a16="http://schemas.microsoft.com/office/drawing/2014/main" id="{4509640B-FC48-48B0-1CD1-BF1085C581E3}"/>
              </a:ext>
            </a:extLst>
          </p:cNvPr>
          <p:cNvSpPr>
            <a:spLocks xmlns:a="http://schemas.openxmlformats.org/drawingml/2006/main" noGrp="1"/>
          </p:cNvSpPr>
          <p:nvPr/>
        </p:nvSpPr>
        <p:spPr>
          <a:xfrm xmlns:a="http://schemas.openxmlformats.org/drawingml/2006/main">
            <a:off x="3352800" y="2895600"/>
            <a:ext cx="1346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1500" b="1">
                <a:solidFill>
                  <a:srgbClr val="0B1020"/>
                </a:solidFill>
                <a:latin typeface="Aptos"/>
                <a:ea typeface="Aptos"/>
                <a:cs typeface="Aptos"/>
              </a:rPr>
              <a:t>Queue + state</a:t>
            </a:r>
          </a:p>
        </p:txBody>
      </p:sp>
      <p:sp>
        <p:nvSpPr>
          <p:cNvPr id="22" name="Rectangle: Rounded Corners 21">
            <a:extLst xmlns:a="http://schemas.openxmlformats.org/drawingml/2006/main">
              <a:ext uri="{FF2B5EF4-FFF2-40B4-BE49-F238E27FC236}">
                <a16:creationId xmlns:a16="http://schemas.microsoft.com/office/drawing/2014/main" id="{C579C5D6-AC62-4D3A-40C2-C5C665CAD7BE}"/>
              </a:ext>
            </a:extLst>
          </p:cNvPr>
          <p:cNvSpPr>
            <a:spLocks xmlns:a="http://schemas.openxmlformats.org/drawingml/2006/main" noGrp="1"/>
          </p:cNvSpPr>
          <p:nvPr/>
        </p:nvSpPr>
        <p:spPr>
          <a:xfrm xmlns:a="http://schemas.openxmlformats.org/drawingml/2006/main">
            <a:off x="5461000" y="2730500"/>
            <a:ext cx="1600200" cy="863600"/>
          </a:xfrm>
          <a:prstGeom xmlns:a="http://schemas.openxmlformats.org/drawingml/2006/main" prst="roundRect">
            <a:avLst/>
          </a:prstGeom>
          <a:solidFill xmlns:a="http://schemas.openxmlformats.org/drawingml/2006/main">
            <a:srgbClr val="DDE5EF"/>
          </a:solidFill>
          <a:ln xmlns:a="http://schemas.openxmlformats.org/drawingml/2006/main" w="8890">
            <a:solidFill>
              <a:srgbClr val="BCC7D6"/>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3" name="TextBox 22">
            <a:extLst xmlns:a="http://schemas.openxmlformats.org/drawingml/2006/main">
              <a:ext uri="{FF2B5EF4-FFF2-40B4-BE49-F238E27FC236}">
                <a16:creationId xmlns:a16="http://schemas.microsoft.com/office/drawing/2014/main" id="{DB69871E-181F-F4B7-F6E9-B5FAB76C719D}"/>
              </a:ext>
            </a:extLst>
          </p:cNvPr>
          <p:cNvSpPr>
            <a:spLocks xmlns:a="http://schemas.openxmlformats.org/drawingml/2006/main" noGrp="1"/>
          </p:cNvSpPr>
          <p:nvPr/>
        </p:nvSpPr>
        <p:spPr>
          <a:xfrm xmlns:a="http://schemas.openxmlformats.org/drawingml/2006/main">
            <a:off x="5588000" y="2895600"/>
            <a:ext cx="1346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1500" b="1">
                <a:solidFill>
                  <a:srgbClr val="0B1020"/>
                </a:solidFill>
                <a:latin typeface="Aptos"/>
                <a:ea typeface="Aptos"/>
                <a:cs typeface="Aptos"/>
              </a:rPr>
              <a:t>Native scheduler</a:t>
            </a:r>
          </a:p>
        </p:txBody>
      </p:sp>
      <p:sp>
        <p:nvSpPr>
          <p:cNvPr id="24" name="Rectangle: Rounded Corners 23">
            <a:extLst xmlns:a="http://schemas.openxmlformats.org/drawingml/2006/main">
              <a:ext uri="{FF2B5EF4-FFF2-40B4-BE49-F238E27FC236}">
                <a16:creationId xmlns:a16="http://schemas.microsoft.com/office/drawing/2014/main" id="{13DD2BBA-B492-A1C2-13ED-26ECAA06687C}"/>
              </a:ext>
            </a:extLst>
          </p:cNvPr>
          <p:cNvSpPr>
            <a:spLocks xmlns:a="http://schemas.openxmlformats.org/drawingml/2006/main" noGrp="1"/>
          </p:cNvSpPr>
          <p:nvPr/>
        </p:nvSpPr>
        <p:spPr>
          <a:xfrm xmlns:a="http://schemas.openxmlformats.org/drawingml/2006/main">
            <a:off x="7696200" y="2730500"/>
            <a:ext cx="1600200" cy="863600"/>
          </a:xfrm>
          <a:prstGeom xmlns:a="http://schemas.openxmlformats.org/drawingml/2006/main" prst="roundRect">
            <a:avLst/>
          </a:prstGeom>
          <a:solidFill xmlns:a="http://schemas.openxmlformats.org/drawingml/2006/main">
            <a:srgbClr val="D8E9FF"/>
          </a:solidFill>
          <a:ln xmlns:a="http://schemas.openxmlformats.org/drawingml/2006/main" w="8890">
            <a:solidFill>
              <a:srgbClr val="BCC7D6"/>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TextBox 24">
            <a:extLst xmlns:a="http://schemas.openxmlformats.org/drawingml/2006/main">
              <a:ext uri="{FF2B5EF4-FFF2-40B4-BE49-F238E27FC236}">
                <a16:creationId xmlns:a16="http://schemas.microsoft.com/office/drawing/2014/main" id="{8568D695-25C7-E0AE-13E6-9F94DEDA75EC}"/>
              </a:ext>
            </a:extLst>
          </p:cNvPr>
          <p:cNvSpPr>
            <a:spLocks xmlns:a="http://schemas.openxmlformats.org/drawingml/2006/main" noGrp="1"/>
          </p:cNvSpPr>
          <p:nvPr/>
        </p:nvSpPr>
        <p:spPr>
          <a:xfrm xmlns:a="http://schemas.openxmlformats.org/drawingml/2006/main">
            <a:off x="7823200" y="2895600"/>
            <a:ext cx="1346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1500" b="1">
                <a:solidFill>
                  <a:srgbClr val="0B1020"/>
                </a:solidFill>
                <a:latin typeface="Aptos"/>
                <a:ea typeface="Aptos"/>
                <a:cs typeface="Aptos"/>
              </a:rPr>
              <a:t>Worker environment</a:t>
            </a:r>
          </a:p>
        </p:txBody>
      </p:sp>
      <p:sp>
        <p:nvSpPr>
          <p:cNvPr id="26" name="Rectangle: Rounded Corners 25">
            <a:extLst xmlns:a="http://schemas.openxmlformats.org/drawingml/2006/main">
              <a:ext uri="{FF2B5EF4-FFF2-40B4-BE49-F238E27FC236}">
                <a16:creationId xmlns:a16="http://schemas.microsoft.com/office/drawing/2014/main" id="{A29C7EA6-DE40-9BD7-F53E-6A9EC95CF384}"/>
              </a:ext>
            </a:extLst>
          </p:cNvPr>
          <p:cNvSpPr>
            <a:spLocks xmlns:a="http://schemas.openxmlformats.org/drawingml/2006/main" noGrp="1"/>
          </p:cNvSpPr>
          <p:nvPr/>
        </p:nvSpPr>
        <p:spPr>
          <a:xfrm xmlns:a="http://schemas.openxmlformats.org/drawingml/2006/main">
            <a:off x="9931400" y="2730500"/>
            <a:ext cx="1600200" cy="863600"/>
          </a:xfrm>
          <a:prstGeom xmlns:a="http://schemas.openxmlformats.org/drawingml/2006/main" prst="roundRect">
            <a:avLst/>
          </a:prstGeom>
          <a:solidFill xmlns:a="http://schemas.openxmlformats.org/drawingml/2006/main">
            <a:srgbClr val="DDF6EC"/>
          </a:solidFill>
          <a:ln xmlns:a="http://schemas.openxmlformats.org/drawingml/2006/main" w="8890">
            <a:solidFill>
              <a:srgbClr val="BCC7D6"/>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7" name="TextBox 26">
            <a:extLst xmlns:a="http://schemas.openxmlformats.org/drawingml/2006/main">
              <a:ext uri="{FF2B5EF4-FFF2-40B4-BE49-F238E27FC236}">
                <a16:creationId xmlns:a16="http://schemas.microsoft.com/office/drawing/2014/main" id="{F1F6936E-3F3F-A2FC-F913-79A27239AAFB}"/>
              </a:ext>
            </a:extLst>
          </p:cNvPr>
          <p:cNvSpPr>
            <a:spLocks xmlns:a="http://schemas.openxmlformats.org/drawingml/2006/main" noGrp="1"/>
          </p:cNvSpPr>
          <p:nvPr/>
        </p:nvSpPr>
        <p:spPr>
          <a:xfrm xmlns:a="http://schemas.openxmlformats.org/drawingml/2006/main">
            <a:off x="10058400" y="2895600"/>
            <a:ext cx="1346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1500" b="1">
                <a:solidFill>
                  <a:srgbClr val="0B1020"/>
                </a:solidFill>
                <a:latin typeface="Aptos"/>
                <a:ea typeface="Aptos"/>
                <a:cs typeface="Aptos"/>
              </a:rPr>
              <a:t>Tests + preview</a:t>
            </a:r>
          </a:p>
        </p:txBody>
      </p:sp>
      <p:sp>
        <p:nvSpPr>
          <p:cNvPr id="28" name="Rectangle: Rounded Corners 27">
            <a:extLst xmlns:a="http://schemas.openxmlformats.org/drawingml/2006/main">
              <a:ext uri="{FF2B5EF4-FFF2-40B4-BE49-F238E27FC236}">
                <a16:creationId xmlns:a16="http://schemas.microsoft.com/office/drawing/2014/main" id="{4403492A-45B8-1DFC-DEBA-8C0780B0FAE0}"/>
              </a:ext>
            </a:extLst>
          </p:cNvPr>
          <p:cNvSpPr>
            <a:spLocks xmlns:a="http://schemas.openxmlformats.org/drawingml/2006/main" noGrp="1"/>
          </p:cNvSpPr>
          <p:nvPr/>
        </p:nvSpPr>
        <p:spPr>
          <a:xfrm xmlns:a="http://schemas.openxmlformats.org/drawingml/2006/main">
            <a:off x="9931400" y="4826000"/>
            <a:ext cx="1600200" cy="863600"/>
          </a:xfrm>
          <a:prstGeom xmlns:a="http://schemas.openxmlformats.org/drawingml/2006/main" prst="roundRect">
            <a:avLst/>
          </a:prstGeom>
          <a:solidFill xmlns:a="http://schemas.openxmlformats.org/drawingml/2006/main">
            <a:srgbClr val="FFF0CE"/>
          </a:solidFill>
          <a:ln xmlns:a="http://schemas.openxmlformats.org/drawingml/2006/main" w="8890">
            <a:solidFill>
              <a:srgbClr val="BCC7D6"/>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9" name="TextBox 28">
            <a:extLst xmlns:a="http://schemas.openxmlformats.org/drawingml/2006/main">
              <a:ext uri="{FF2B5EF4-FFF2-40B4-BE49-F238E27FC236}">
                <a16:creationId xmlns:a16="http://schemas.microsoft.com/office/drawing/2014/main" id="{15DDE958-C8F7-AD1E-F22B-F696D42ADDD9}"/>
              </a:ext>
            </a:extLst>
          </p:cNvPr>
          <p:cNvSpPr>
            <a:spLocks xmlns:a="http://schemas.openxmlformats.org/drawingml/2006/main" noGrp="1"/>
          </p:cNvSpPr>
          <p:nvPr/>
        </p:nvSpPr>
        <p:spPr>
          <a:xfrm xmlns:a="http://schemas.openxmlformats.org/drawingml/2006/main">
            <a:off x="10058400" y="4991100"/>
            <a:ext cx="1346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1500" b="1">
                <a:solidFill>
                  <a:srgbClr val="0B1020"/>
                </a:solidFill>
                <a:latin typeface="Aptos"/>
                <a:ea typeface="Aptos"/>
                <a:cs typeface="Aptos"/>
              </a:rPr>
              <a:t>Human review</a:t>
            </a:r>
          </a:p>
        </p:txBody>
      </p:sp>
      <p:sp>
        <p:nvSpPr>
          <p:cNvPr id="30" name="Rectangle: Rounded Corners 29">
            <a:extLst xmlns:a="http://schemas.openxmlformats.org/drawingml/2006/main">
              <a:ext uri="{FF2B5EF4-FFF2-40B4-BE49-F238E27FC236}">
                <a16:creationId xmlns:a16="http://schemas.microsoft.com/office/drawing/2014/main" id="{2A93D710-886F-A1DD-3CC0-FE2C977D753A}"/>
              </a:ext>
            </a:extLst>
          </p:cNvPr>
          <p:cNvSpPr>
            <a:spLocks xmlns:a="http://schemas.openxmlformats.org/drawingml/2006/main" noGrp="1"/>
          </p:cNvSpPr>
          <p:nvPr/>
        </p:nvSpPr>
        <p:spPr>
          <a:xfrm xmlns:a="http://schemas.openxmlformats.org/drawingml/2006/main">
            <a:off x="7340600" y="4826000"/>
            <a:ext cx="1600200" cy="863600"/>
          </a:xfrm>
          <a:prstGeom xmlns:a="http://schemas.openxmlformats.org/drawingml/2006/main" prst="roundRect">
            <a:avLst/>
          </a:prstGeom>
          <a:solidFill xmlns:a="http://schemas.openxmlformats.org/drawingml/2006/main">
            <a:srgbClr val="D8E9FF"/>
          </a:solidFill>
          <a:ln xmlns:a="http://schemas.openxmlformats.org/drawingml/2006/main" w="8890">
            <a:solidFill>
              <a:srgbClr val="BCC7D6"/>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1" name="TextBox 30">
            <a:extLst xmlns:a="http://schemas.openxmlformats.org/drawingml/2006/main">
              <a:ext uri="{FF2B5EF4-FFF2-40B4-BE49-F238E27FC236}">
                <a16:creationId xmlns:a16="http://schemas.microsoft.com/office/drawing/2014/main" id="{EE9207B7-9809-A22E-6484-427F0D2349BD}"/>
              </a:ext>
            </a:extLst>
          </p:cNvPr>
          <p:cNvSpPr>
            <a:spLocks xmlns:a="http://schemas.openxmlformats.org/drawingml/2006/main" noGrp="1"/>
          </p:cNvSpPr>
          <p:nvPr/>
        </p:nvSpPr>
        <p:spPr>
          <a:xfrm xmlns:a="http://schemas.openxmlformats.org/drawingml/2006/main">
            <a:off x="7467600" y="4991100"/>
            <a:ext cx="1346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1500" b="1">
                <a:solidFill>
                  <a:srgbClr val="0B1020"/>
                </a:solidFill>
                <a:latin typeface="Aptos"/>
                <a:ea typeface="Aptos"/>
                <a:cs typeface="Aptos"/>
              </a:rPr>
              <a:t>Exact-SHA publish</a:t>
            </a:r>
          </a:p>
        </p:txBody>
      </p:sp>
      <p:sp>
        <p:nvSpPr>
          <p:cNvPr id="32" name="Rectangle: Rounded Corners 31">
            <a:extLst xmlns:a="http://schemas.openxmlformats.org/drawingml/2006/main">
              <a:ext uri="{FF2B5EF4-FFF2-40B4-BE49-F238E27FC236}">
                <a16:creationId xmlns:a16="http://schemas.microsoft.com/office/drawing/2014/main" id="{EEC94536-C9E9-1457-903D-E0B6FD7E8080}"/>
              </a:ext>
            </a:extLst>
          </p:cNvPr>
          <p:cNvSpPr>
            <a:spLocks xmlns:a="http://schemas.openxmlformats.org/drawingml/2006/main" noGrp="1"/>
          </p:cNvSpPr>
          <p:nvPr/>
        </p:nvSpPr>
        <p:spPr>
          <a:xfrm xmlns:a="http://schemas.openxmlformats.org/drawingml/2006/main">
            <a:off x="4749800" y="4826000"/>
            <a:ext cx="1600200" cy="863600"/>
          </a:xfrm>
          <a:prstGeom xmlns:a="http://schemas.openxmlformats.org/drawingml/2006/main" prst="roundRect">
            <a:avLst/>
          </a:prstGeom>
          <a:solidFill xmlns:a="http://schemas.openxmlformats.org/drawingml/2006/main">
            <a:srgbClr val="E9EEF5"/>
          </a:solidFill>
          <a:ln xmlns:a="http://schemas.openxmlformats.org/drawingml/2006/main" w="8890">
            <a:solidFill>
              <a:srgbClr val="BCC7D6"/>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3" name="TextBox 32">
            <a:extLst xmlns:a="http://schemas.openxmlformats.org/drawingml/2006/main">
              <a:ext uri="{FF2B5EF4-FFF2-40B4-BE49-F238E27FC236}">
                <a16:creationId xmlns:a16="http://schemas.microsoft.com/office/drawing/2014/main" id="{66081467-E34D-0122-3E43-8533622D6B55}"/>
              </a:ext>
            </a:extLst>
          </p:cNvPr>
          <p:cNvSpPr>
            <a:spLocks xmlns:a="http://schemas.openxmlformats.org/drawingml/2006/main" noGrp="1"/>
          </p:cNvSpPr>
          <p:nvPr/>
        </p:nvSpPr>
        <p:spPr>
          <a:xfrm xmlns:a="http://schemas.openxmlformats.org/drawingml/2006/main">
            <a:off x="4876800" y="4991100"/>
            <a:ext cx="1346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1500" b="1">
                <a:solidFill>
                  <a:srgbClr val="0B1020"/>
                </a:solidFill>
                <a:latin typeface="Aptos"/>
                <a:ea typeface="Aptos"/>
                <a:cs typeface="Aptos"/>
              </a:rPr>
              <a:t>Guarded cleanup</a:t>
            </a:r>
          </a:p>
        </p:txBody>
      </p:sp>
      <p:sp>
        <p:nvSpPr>
          <p:cNvPr id="34" name="TextBox 33">
            <a:extLst xmlns:a="http://schemas.openxmlformats.org/drawingml/2006/main">
              <a:ext uri="{FF2B5EF4-FFF2-40B4-BE49-F238E27FC236}">
                <a16:creationId xmlns:a16="http://schemas.microsoft.com/office/drawing/2014/main" id="{0F0ADC0A-9920-E0C6-96D3-EF30DA3817BE}"/>
              </a:ext>
            </a:extLst>
          </p:cNvPr>
          <p:cNvSpPr>
            <a:spLocks xmlns:a="http://schemas.openxmlformats.org/drawingml/2006/main" noGrp="1"/>
          </p:cNvSpPr>
          <p:nvPr/>
        </p:nvSpPr>
        <p:spPr>
          <a:xfrm xmlns:a="http://schemas.openxmlformats.org/drawingml/2006/main">
            <a:off x="4749800" y="6032500"/>
            <a:ext cx="6781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r">
              <a:buNone/>
            </a:pPr>
            <a:r>
              <a:rPr sz="1500">
                <a:solidFill>
                  <a:srgbClr val="596579"/>
                </a:solidFill>
                <a:latin typeface="Aptos"/>
                <a:ea typeface="Aptos"/>
                <a:cs typeface="Aptos"/>
              </a:rPr>
              <a:t>Serialized integration; parallel implementation.</a:t>
            </a:r>
          </a:p>
        </p:txBody>
      </p:sp>
    </p:spTree>
    <p:extLst>
      <p:ext uri="{BB962C8B-B14F-4D97-AF65-F5344CB8AC3E}">
        <p14:creationId xmlns:p14="http://schemas.microsoft.com/office/powerpoint/2010/main" val="380197090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6B6D4FF3-859B-F202-7FE7-55DA0FBD22D6}"/>
              </a:ext>
            </a:extLst>
          </p:cNvPr>
          <p:cNvSpPr>
            <a:spLocks xmlns:a="http://schemas.openxmlformats.org/drawingml/2006/main" noGrp="1"/>
          </p:cNvSpPr>
          <p:nvPr/>
        </p:nvSpPr>
        <p:spPr>
          <a:xfrm xmlns:a="http://schemas.openxmlformats.org/drawingml/2006/main">
            <a:off x="533400" y="393700"/>
            <a:ext cx="10668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3600" b="1">
                <a:solidFill>
                  <a:srgbClr val="0B1020"/>
                </a:solidFill>
                <a:latin typeface="Aptos Display"/>
                <a:ea typeface="Aptos Display"/>
                <a:cs typeface="Aptos Display"/>
              </a:rPr>
              <a:t>Code runs the factory. AI supplies judgment.</a:t>
            </a:r>
          </a:p>
        </p:txBody>
      </p:sp>
      <p:sp>
        <p:nvSpPr>
          <p:cNvPr id="3" name="TextBox 2">
            <a:extLst xmlns:a="http://schemas.openxmlformats.org/drawingml/2006/main">
              <a:ext uri="{FF2B5EF4-FFF2-40B4-BE49-F238E27FC236}">
                <a16:creationId xmlns:a16="http://schemas.microsoft.com/office/drawing/2014/main" id="{1EA72451-3DAD-25F9-3063-DC5FBAE33878}"/>
              </a:ext>
            </a:extLst>
          </p:cNvPr>
          <p:cNvSpPr>
            <a:spLocks xmlns:a="http://schemas.openxmlformats.org/drawingml/2006/main" noGrp="1"/>
          </p:cNvSpPr>
          <p:nvPr/>
        </p:nvSpPr>
        <p:spPr>
          <a:xfrm xmlns:a="http://schemas.openxmlformats.org/drawingml/2006/main">
            <a:off x="11366500" y="444500"/>
            <a:ext cx="304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r">
              <a:buNone/>
            </a:pPr>
            <a:r>
              <a:rPr sz="1000">
                <a:solidFill>
                  <a:srgbClr val="596579"/>
                </a:solidFill>
                <a:latin typeface="Aptos"/>
                <a:ea typeface="Aptos"/>
                <a:cs typeface="Aptos"/>
              </a:rPr>
              <a:t>5</a:t>
            </a:r>
          </a:p>
        </p:txBody>
      </p:sp>
      <p:sp>
        <p:nvSpPr>
          <p:cNvPr id="4" name="Rectangle: Rounded Corners 3">
            <a:extLst xmlns:a="http://schemas.openxmlformats.org/drawingml/2006/main">
              <a:ext uri="{FF2B5EF4-FFF2-40B4-BE49-F238E27FC236}">
                <a16:creationId xmlns:a16="http://schemas.microsoft.com/office/drawing/2014/main" id="{88AAA90A-1267-9393-CDB6-EEB377A6EC2D}"/>
              </a:ext>
            </a:extLst>
          </p:cNvPr>
          <p:cNvSpPr>
            <a:spLocks xmlns:a="http://schemas.openxmlformats.org/drawingml/2006/main" noGrp="1"/>
          </p:cNvSpPr>
          <p:nvPr/>
        </p:nvSpPr>
        <p:spPr>
          <a:xfrm xmlns:a="http://schemas.openxmlformats.org/drawingml/2006/main">
            <a:off x="558800" y="1498600"/>
            <a:ext cx="5207000" cy="4216400"/>
          </a:xfrm>
          <a:prstGeom xmlns:a="http://schemas.openxmlformats.org/drawingml/2006/main" prst="roundRect">
            <a:avLst/>
          </a:prstGeom>
          <a:solidFill xmlns:a="http://schemas.openxmlformats.org/drawingml/2006/main">
            <a:srgbClr val="111827"/>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Rectangle: Rounded Corners 4">
            <a:extLst xmlns:a="http://schemas.openxmlformats.org/drawingml/2006/main">
              <a:ext uri="{FF2B5EF4-FFF2-40B4-BE49-F238E27FC236}">
                <a16:creationId xmlns:a16="http://schemas.microsoft.com/office/drawing/2014/main" id="{F65CD779-87FE-3017-1BFD-1377E4D9B408}"/>
              </a:ext>
            </a:extLst>
          </p:cNvPr>
          <p:cNvSpPr>
            <a:spLocks xmlns:a="http://schemas.openxmlformats.org/drawingml/2006/main" noGrp="1"/>
          </p:cNvSpPr>
          <p:nvPr/>
        </p:nvSpPr>
        <p:spPr>
          <a:xfrm xmlns:a="http://schemas.openxmlformats.org/drawingml/2006/main">
            <a:off x="6426200" y="1498600"/>
            <a:ext cx="5207000" cy="4216400"/>
          </a:xfrm>
          <a:prstGeom xmlns:a="http://schemas.openxmlformats.org/drawingml/2006/main" prst="roundRect">
            <a:avLst/>
          </a:prstGeom>
          <a:solidFill xmlns:a="http://schemas.openxmlformats.org/drawingml/2006/main">
            <a:srgbClr val="FFFFFF"/>
          </a:solidFill>
          <a:ln xmlns:a="http://schemas.openxmlformats.org/drawingml/2006/main" w="11430">
            <a:solidFill>
              <a:srgbClr val="BCC7D6"/>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 name="Rectangle: Rounded Corners 5">
            <a:extLst xmlns:a="http://schemas.openxmlformats.org/drawingml/2006/main">
              <a:ext uri="{FF2B5EF4-FFF2-40B4-BE49-F238E27FC236}">
                <a16:creationId xmlns:a16="http://schemas.microsoft.com/office/drawing/2014/main" id="{F9B6916E-3B09-3969-A1E2-0825784C587D}"/>
              </a:ext>
            </a:extLst>
          </p:cNvPr>
          <p:cNvSpPr>
            <a:spLocks xmlns:a="http://schemas.openxmlformats.org/drawingml/2006/main" noGrp="1"/>
          </p:cNvSpPr>
          <p:nvPr/>
        </p:nvSpPr>
        <p:spPr>
          <a:xfrm xmlns:a="http://schemas.openxmlformats.org/drawingml/2006/main">
            <a:off x="863600" y="1816100"/>
            <a:ext cx="1600200" cy="304800"/>
          </a:xfrm>
          <a:prstGeom xmlns:a="http://schemas.openxmlformats.org/drawingml/2006/main" prst="roundRect">
            <a:avLst/>
          </a:prstGeom>
          <a:solidFill xmlns:a="http://schemas.openxmlformats.org/drawingml/2006/main">
            <a:srgbClr val="3D8DFF"/>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TextBox 6">
            <a:extLst xmlns:a="http://schemas.openxmlformats.org/drawingml/2006/main">
              <a:ext uri="{FF2B5EF4-FFF2-40B4-BE49-F238E27FC236}">
                <a16:creationId xmlns:a16="http://schemas.microsoft.com/office/drawing/2014/main" id="{2C212E37-41D8-31C8-7FCB-DD2DFB3EF19F}"/>
              </a:ext>
            </a:extLst>
          </p:cNvPr>
          <p:cNvSpPr>
            <a:spLocks xmlns:a="http://schemas.openxmlformats.org/drawingml/2006/main" noGrp="1"/>
          </p:cNvSpPr>
          <p:nvPr/>
        </p:nvSpPr>
        <p:spPr>
          <a:xfrm xmlns:a="http://schemas.openxmlformats.org/drawingml/2006/main">
            <a:off x="863600" y="1828800"/>
            <a:ext cx="1600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1100" b="1">
                <a:solidFill>
                  <a:srgbClr val="FFFFFF"/>
                </a:solidFill>
                <a:latin typeface="Aptos"/>
                <a:ea typeface="Aptos"/>
                <a:cs typeface="Aptos"/>
              </a:rPr>
              <a:t>DETERMINISTIC</a:t>
            </a:r>
          </a:p>
        </p:txBody>
      </p:sp>
      <p:sp>
        <p:nvSpPr>
          <p:cNvPr id="8" name="TextBox 7">
            <a:extLst xmlns:a="http://schemas.openxmlformats.org/drawingml/2006/main">
              <a:ext uri="{FF2B5EF4-FFF2-40B4-BE49-F238E27FC236}">
                <a16:creationId xmlns:a16="http://schemas.microsoft.com/office/drawing/2014/main" id="{C8B0DB3B-3112-1263-4F38-A7DAF443A458}"/>
              </a:ext>
            </a:extLst>
          </p:cNvPr>
          <p:cNvSpPr>
            <a:spLocks xmlns:a="http://schemas.openxmlformats.org/drawingml/2006/main" noGrp="1"/>
          </p:cNvSpPr>
          <p:nvPr/>
        </p:nvSpPr>
        <p:spPr>
          <a:xfrm xmlns:a="http://schemas.openxmlformats.org/drawingml/2006/main">
            <a:off x="863600" y="2336800"/>
            <a:ext cx="4191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2500" b="1">
                <a:solidFill>
                  <a:srgbClr val="FFFFFF"/>
                </a:solidFill>
                <a:latin typeface="Aptos"/>
                <a:ea typeface="Aptos"/>
                <a:cs typeface="Aptos"/>
              </a:rPr>
              <a:t>PowerShell owns mechanism</a:t>
            </a:r>
          </a:p>
        </p:txBody>
      </p:sp>
      <p:sp>
        <p:nvSpPr>
          <p:cNvPr id="9" name="TextBox 8">
            <a:extLst xmlns:a="http://schemas.openxmlformats.org/drawingml/2006/main">
              <a:ext uri="{FF2B5EF4-FFF2-40B4-BE49-F238E27FC236}">
                <a16:creationId xmlns:a16="http://schemas.microsoft.com/office/drawing/2014/main" id="{CC5EDDFA-18E4-DE05-BDAC-CBA0E2DE274B}"/>
              </a:ext>
            </a:extLst>
          </p:cNvPr>
          <p:cNvSpPr>
            <a:spLocks xmlns:a="http://schemas.openxmlformats.org/drawingml/2006/main" noGrp="1"/>
          </p:cNvSpPr>
          <p:nvPr/>
        </p:nvSpPr>
        <p:spPr>
          <a:xfrm xmlns:a="http://schemas.openxmlformats.org/drawingml/2006/main">
            <a:off x="889000" y="3060700"/>
            <a:ext cx="3175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700" b="1">
                <a:solidFill>
                  <a:srgbClr val="6DCBF4"/>
                </a:solidFill>
                <a:latin typeface="Aptos"/>
                <a:ea typeface="Aptos"/>
                <a:cs typeface="Aptos"/>
              </a:rPr>
              <a:t>→</a:t>
            </a:r>
          </a:p>
        </p:txBody>
      </p:sp>
      <p:sp>
        <p:nvSpPr>
          <p:cNvPr id="10" name="TextBox 9">
            <a:extLst xmlns:a="http://schemas.openxmlformats.org/drawingml/2006/main">
              <a:ext uri="{FF2B5EF4-FFF2-40B4-BE49-F238E27FC236}">
                <a16:creationId xmlns:a16="http://schemas.microsoft.com/office/drawing/2014/main" id="{021EDCCA-61AA-C51E-C831-52BAA7789F93}"/>
              </a:ext>
            </a:extLst>
          </p:cNvPr>
          <p:cNvSpPr>
            <a:spLocks xmlns:a="http://schemas.openxmlformats.org/drawingml/2006/main" noGrp="1"/>
          </p:cNvSpPr>
          <p:nvPr/>
        </p:nvSpPr>
        <p:spPr>
          <a:xfrm xmlns:a="http://schemas.openxmlformats.org/drawingml/2006/main">
            <a:off x="1320800" y="3060700"/>
            <a:ext cx="3860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600">
                <a:solidFill>
                  <a:srgbClr val="FFFFFF"/>
                </a:solidFill>
                <a:latin typeface="Aptos"/>
                <a:ea typeface="Aptos"/>
                <a:cs typeface="Aptos"/>
              </a:rPr>
              <a:t>state + deduplication</a:t>
            </a:r>
          </a:p>
        </p:txBody>
      </p:sp>
      <p:sp>
        <p:nvSpPr>
          <p:cNvPr id="11" name="TextBox 10">
            <a:extLst xmlns:a="http://schemas.openxmlformats.org/drawingml/2006/main">
              <a:ext uri="{FF2B5EF4-FFF2-40B4-BE49-F238E27FC236}">
                <a16:creationId xmlns:a16="http://schemas.microsoft.com/office/drawing/2014/main" id="{426A3AFA-79A5-1D92-6ED5-E20D0A258D99}"/>
              </a:ext>
            </a:extLst>
          </p:cNvPr>
          <p:cNvSpPr>
            <a:spLocks xmlns:a="http://schemas.openxmlformats.org/drawingml/2006/main" noGrp="1"/>
          </p:cNvSpPr>
          <p:nvPr/>
        </p:nvSpPr>
        <p:spPr>
          <a:xfrm xmlns:a="http://schemas.openxmlformats.org/drawingml/2006/main">
            <a:off x="889000" y="3543300"/>
            <a:ext cx="3175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700" b="1">
                <a:solidFill>
                  <a:srgbClr val="6DCBF4"/>
                </a:solidFill>
                <a:latin typeface="Aptos"/>
                <a:ea typeface="Aptos"/>
                <a:cs typeface="Aptos"/>
              </a:rPr>
              <a:t>→</a:t>
            </a:r>
          </a:p>
        </p:txBody>
      </p:sp>
      <p:sp>
        <p:nvSpPr>
          <p:cNvPr id="12" name="TextBox 11">
            <a:extLst xmlns:a="http://schemas.openxmlformats.org/drawingml/2006/main">
              <a:ext uri="{FF2B5EF4-FFF2-40B4-BE49-F238E27FC236}">
                <a16:creationId xmlns:a16="http://schemas.microsoft.com/office/drawing/2014/main" id="{F68B670B-6438-9B9A-BB81-8D8DA5C29AFF}"/>
              </a:ext>
            </a:extLst>
          </p:cNvPr>
          <p:cNvSpPr>
            <a:spLocks xmlns:a="http://schemas.openxmlformats.org/drawingml/2006/main" noGrp="1"/>
          </p:cNvSpPr>
          <p:nvPr/>
        </p:nvSpPr>
        <p:spPr>
          <a:xfrm xmlns:a="http://schemas.openxmlformats.org/drawingml/2006/main">
            <a:off x="1320800" y="3543300"/>
            <a:ext cx="3860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600">
                <a:solidFill>
                  <a:srgbClr val="FFFFFF"/>
                </a:solidFill>
                <a:latin typeface="Aptos"/>
                <a:ea typeface="Aptos"/>
                <a:cs typeface="Aptos"/>
              </a:rPr>
              <a:t>scheduler + concurrency</a:t>
            </a:r>
          </a:p>
        </p:txBody>
      </p:sp>
      <p:sp>
        <p:nvSpPr>
          <p:cNvPr id="13" name="TextBox 12">
            <a:extLst xmlns:a="http://schemas.openxmlformats.org/drawingml/2006/main">
              <a:ext uri="{FF2B5EF4-FFF2-40B4-BE49-F238E27FC236}">
                <a16:creationId xmlns:a16="http://schemas.microsoft.com/office/drawing/2014/main" id="{0B525320-05E2-641D-2EF6-67E234DCDC17}"/>
              </a:ext>
            </a:extLst>
          </p:cNvPr>
          <p:cNvSpPr>
            <a:spLocks xmlns:a="http://schemas.openxmlformats.org/drawingml/2006/main" noGrp="1"/>
          </p:cNvSpPr>
          <p:nvPr/>
        </p:nvSpPr>
        <p:spPr>
          <a:xfrm xmlns:a="http://schemas.openxmlformats.org/drawingml/2006/main">
            <a:off x="889000" y="4025900"/>
            <a:ext cx="3175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700" b="1">
                <a:solidFill>
                  <a:srgbClr val="6DCBF4"/>
                </a:solidFill>
                <a:latin typeface="Aptos"/>
                <a:ea typeface="Aptos"/>
                <a:cs typeface="Aptos"/>
              </a:rPr>
              <a:t>→</a:t>
            </a:r>
          </a:p>
        </p:txBody>
      </p:sp>
      <p:sp>
        <p:nvSpPr>
          <p:cNvPr id="14" name="TextBox 13">
            <a:extLst xmlns:a="http://schemas.openxmlformats.org/drawingml/2006/main">
              <a:ext uri="{FF2B5EF4-FFF2-40B4-BE49-F238E27FC236}">
                <a16:creationId xmlns:a16="http://schemas.microsoft.com/office/drawing/2014/main" id="{4140F5D8-0F32-AA42-E57B-A4A3FBFE85B4}"/>
              </a:ext>
            </a:extLst>
          </p:cNvPr>
          <p:cNvSpPr>
            <a:spLocks xmlns:a="http://schemas.openxmlformats.org/drawingml/2006/main" noGrp="1"/>
          </p:cNvSpPr>
          <p:nvPr/>
        </p:nvSpPr>
        <p:spPr>
          <a:xfrm xmlns:a="http://schemas.openxmlformats.org/drawingml/2006/main">
            <a:off x="1320800" y="4025900"/>
            <a:ext cx="3860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600">
                <a:solidFill>
                  <a:srgbClr val="FFFFFF"/>
                </a:solidFill>
                <a:latin typeface="Aptos"/>
                <a:ea typeface="Aptos"/>
                <a:cs typeface="Aptos"/>
              </a:rPr>
              <a:t>worktrees + DB + ports</a:t>
            </a:r>
          </a:p>
        </p:txBody>
      </p:sp>
      <p:sp>
        <p:nvSpPr>
          <p:cNvPr id="15" name="TextBox 14">
            <a:extLst xmlns:a="http://schemas.openxmlformats.org/drawingml/2006/main">
              <a:ext uri="{FF2B5EF4-FFF2-40B4-BE49-F238E27FC236}">
                <a16:creationId xmlns:a16="http://schemas.microsoft.com/office/drawing/2014/main" id="{D90A89AF-58CB-3E92-FC4A-15A025FF0D3A}"/>
              </a:ext>
            </a:extLst>
          </p:cNvPr>
          <p:cNvSpPr>
            <a:spLocks xmlns:a="http://schemas.openxmlformats.org/drawingml/2006/main" noGrp="1"/>
          </p:cNvSpPr>
          <p:nvPr/>
        </p:nvSpPr>
        <p:spPr>
          <a:xfrm xmlns:a="http://schemas.openxmlformats.org/drawingml/2006/main">
            <a:off x="889000" y="4508500"/>
            <a:ext cx="3175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700" b="1">
                <a:solidFill>
                  <a:srgbClr val="6DCBF4"/>
                </a:solidFill>
                <a:latin typeface="Aptos"/>
                <a:ea typeface="Aptos"/>
                <a:cs typeface="Aptos"/>
              </a:rPr>
              <a:t>→</a:t>
            </a:r>
          </a:p>
        </p:txBody>
      </p:sp>
      <p:sp>
        <p:nvSpPr>
          <p:cNvPr id="16" name="TextBox 15">
            <a:extLst xmlns:a="http://schemas.openxmlformats.org/drawingml/2006/main">
              <a:ext uri="{FF2B5EF4-FFF2-40B4-BE49-F238E27FC236}">
                <a16:creationId xmlns:a16="http://schemas.microsoft.com/office/drawing/2014/main" id="{260B3845-5A26-0198-AFFD-17244B1D65F5}"/>
              </a:ext>
            </a:extLst>
          </p:cNvPr>
          <p:cNvSpPr>
            <a:spLocks xmlns:a="http://schemas.openxmlformats.org/drawingml/2006/main" noGrp="1"/>
          </p:cNvSpPr>
          <p:nvPr/>
        </p:nvSpPr>
        <p:spPr>
          <a:xfrm xmlns:a="http://schemas.openxmlformats.org/drawingml/2006/main">
            <a:off x="1320800" y="4508500"/>
            <a:ext cx="3860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600">
                <a:solidFill>
                  <a:srgbClr val="FFFFFF"/>
                </a:solidFill>
                <a:latin typeface="Aptos"/>
                <a:ea typeface="Aptos"/>
                <a:cs typeface="Aptos"/>
              </a:rPr>
              <a:t>checks + Git + exact SHA</a:t>
            </a:r>
          </a:p>
        </p:txBody>
      </p:sp>
      <p:sp>
        <p:nvSpPr>
          <p:cNvPr id="17" name="TextBox 16">
            <a:extLst xmlns:a="http://schemas.openxmlformats.org/drawingml/2006/main">
              <a:ext uri="{FF2B5EF4-FFF2-40B4-BE49-F238E27FC236}">
                <a16:creationId xmlns:a16="http://schemas.microsoft.com/office/drawing/2014/main" id="{5C05D926-A2CC-AC37-8AED-2AA077616FDE}"/>
              </a:ext>
            </a:extLst>
          </p:cNvPr>
          <p:cNvSpPr>
            <a:spLocks xmlns:a="http://schemas.openxmlformats.org/drawingml/2006/main" noGrp="1"/>
          </p:cNvSpPr>
          <p:nvPr/>
        </p:nvSpPr>
        <p:spPr>
          <a:xfrm xmlns:a="http://schemas.openxmlformats.org/drawingml/2006/main">
            <a:off x="889000" y="4991100"/>
            <a:ext cx="3175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700" b="1">
                <a:solidFill>
                  <a:srgbClr val="6DCBF4"/>
                </a:solidFill>
                <a:latin typeface="Aptos"/>
                <a:ea typeface="Aptos"/>
                <a:cs typeface="Aptos"/>
              </a:rPr>
              <a:t>→</a:t>
            </a:r>
          </a:p>
        </p:txBody>
      </p:sp>
      <p:sp>
        <p:nvSpPr>
          <p:cNvPr id="18" name="TextBox 17">
            <a:extLst xmlns:a="http://schemas.openxmlformats.org/drawingml/2006/main">
              <a:ext uri="{FF2B5EF4-FFF2-40B4-BE49-F238E27FC236}">
                <a16:creationId xmlns:a16="http://schemas.microsoft.com/office/drawing/2014/main" id="{89C36FBC-9293-E4E1-99B1-A4331C1016BE}"/>
              </a:ext>
            </a:extLst>
          </p:cNvPr>
          <p:cNvSpPr>
            <a:spLocks xmlns:a="http://schemas.openxmlformats.org/drawingml/2006/main" noGrp="1"/>
          </p:cNvSpPr>
          <p:nvPr/>
        </p:nvSpPr>
        <p:spPr>
          <a:xfrm xmlns:a="http://schemas.openxmlformats.org/drawingml/2006/main">
            <a:off x="1320800" y="4991100"/>
            <a:ext cx="3860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600">
                <a:solidFill>
                  <a:srgbClr val="FFFFFF"/>
                </a:solidFill>
                <a:latin typeface="Aptos"/>
                <a:ea typeface="Aptos"/>
                <a:cs typeface="Aptos"/>
              </a:rPr>
              <a:t>push + reachability + cleanup</a:t>
            </a:r>
          </a:p>
        </p:txBody>
      </p:sp>
      <p:sp>
        <p:nvSpPr>
          <p:cNvPr id="19" name="Rectangle: Rounded Corners 18">
            <a:extLst xmlns:a="http://schemas.openxmlformats.org/drawingml/2006/main">
              <a:ext uri="{FF2B5EF4-FFF2-40B4-BE49-F238E27FC236}">
                <a16:creationId xmlns:a16="http://schemas.microsoft.com/office/drawing/2014/main" id="{301B00B7-697E-15B4-AD97-6C81D8498E08}"/>
              </a:ext>
            </a:extLst>
          </p:cNvPr>
          <p:cNvSpPr>
            <a:spLocks xmlns:a="http://schemas.openxmlformats.org/drawingml/2006/main" noGrp="1"/>
          </p:cNvSpPr>
          <p:nvPr/>
        </p:nvSpPr>
        <p:spPr>
          <a:xfrm xmlns:a="http://schemas.openxmlformats.org/drawingml/2006/main">
            <a:off x="6731000" y="1816100"/>
            <a:ext cx="1168400" cy="304800"/>
          </a:xfrm>
          <a:prstGeom xmlns:a="http://schemas.openxmlformats.org/drawingml/2006/main" prst="roundRect">
            <a:avLst/>
          </a:prstGeom>
          <a:solidFill xmlns:a="http://schemas.openxmlformats.org/drawingml/2006/main">
            <a:srgbClr val="D8E9FF"/>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0" name="TextBox 19">
            <a:extLst xmlns:a="http://schemas.openxmlformats.org/drawingml/2006/main">
              <a:ext uri="{FF2B5EF4-FFF2-40B4-BE49-F238E27FC236}">
                <a16:creationId xmlns:a16="http://schemas.microsoft.com/office/drawing/2014/main" id="{48ADC018-6182-72C0-4234-634AAD07BB63}"/>
              </a:ext>
            </a:extLst>
          </p:cNvPr>
          <p:cNvSpPr>
            <a:spLocks xmlns:a="http://schemas.openxmlformats.org/drawingml/2006/main" noGrp="1"/>
          </p:cNvSpPr>
          <p:nvPr/>
        </p:nvSpPr>
        <p:spPr>
          <a:xfrm xmlns:a="http://schemas.openxmlformats.org/drawingml/2006/main">
            <a:off x="6731000" y="1828800"/>
            <a:ext cx="11684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1100" b="1">
                <a:solidFill>
                  <a:srgbClr val="0B1020"/>
                </a:solidFill>
                <a:latin typeface="Aptos"/>
                <a:ea typeface="Aptos"/>
                <a:cs typeface="Aptos"/>
              </a:rPr>
              <a:t>JUDGMENT</a:t>
            </a:r>
          </a:p>
        </p:txBody>
      </p:sp>
      <p:sp>
        <p:nvSpPr>
          <p:cNvPr id="21" name="TextBox 20">
            <a:extLst xmlns:a="http://schemas.openxmlformats.org/drawingml/2006/main">
              <a:ext uri="{FF2B5EF4-FFF2-40B4-BE49-F238E27FC236}">
                <a16:creationId xmlns:a16="http://schemas.microsoft.com/office/drawing/2014/main" id="{031623F7-A73C-B7B7-345E-1E10DBF754F7}"/>
              </a:ext>
            </a:extLst>
          </p:cNvPr>
          <p:cNvSpPr>
            <a:spLocks xmlns:a="http://schemas.openxmlformats.org/drawingml/2006/main" noGrp="1"/>
          </p:cNvSpPr>
          <p:nvPr/>
        </p:nvSpPr>
        <p:spPr>
          <a:xfrm xmlns:a="http://schemas.openxmlformats.org/drawingml/2006/main">
            <a:off x="6731000" y="2336800"/>
            <a:ext cx="4191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2500" b="1">
                <a:solidFill>
                  <a:srgbClr val="0B1020"/>
                </a:solidFill>
                <a:latin typeface="Aptos"/>
                <a:ea typeface="Aptos"/>
                <a:cs typeface="Aptos"/>
              </a:rPr>
              <a:t>AI works where ambiguity lives</a:t>
            </a:r>
          </a:p>
        </p:txBody>
      </p:sp>
      <p:sp>
        <p:nvSpPr>
          <p:cNvPr id="22" name="TextBox 21">
            <a:extLst xmlns:a="http://schemas.openxmlformats.org/drawingml/2006/main">
              <a:ext uri="{FF2B5EF4-FFF2-40B4-BE49-F238E27FC236}">
                <a16:creationId xmlns:a16="http://schemas.microsoft.com/office/drawing/2014/main" id="{33143993-563D-5587-74B5-9B8C5808A16D}"/>
              </a:ext>
            </a:extLst>
          </p:cNvPr>
          <p:cNvSpPr>
            <a:spLocks xmlns:a="http://schemas.openxmlformats.org/drawingml/2006/main" noGrp="1"/>
          </p:cNvSpPr>
          <p:nvPr/>
        </p:nvSpPr>
        <p:spPr>
          <a:xfrm xmlns:a="http://schemas.openxmlformats.org/drawingml/2006/main">
            <a:off x="6756400" y="3060700"/>
            <a:ext cx="304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b="1">
                <a:solidFill>
                  <a:srgbClr val="3D8DFF"/>
                </a:solidFill>
                <a:latin typeface="Aptos"/>
                <a:ea typeface="Aptos"/>
                <a:cs typeface="Aptos"/>
              </a:rPr>
              <a:t>•</a:t>
            </a:r>
          </a:p>
        </p:txBody>
      </p:sp>
      <p:sp>
        <p:nvSpPr>
          <p:cNvPr id="23" name="TextBox 22">
            <a:extLst xmlns:a="http://schemas.openxmlformats.org/drawingml/2006/main">
              <a:ext uri="{FF2B5EF4-FFF2-40B4-BE49-F238E27FC236}">
                <a16:creationId xmlns:a16="http://schemas.microsoft.com/office/drawing/2014/main" id="{64247A59-93EE-BD6A-DEB9-B9A7BA5B2619}"/>
              </a:ext>
            </a:extLst>
          </p:cNvPr>
          <p:cNvSpPr>
            <a:spLocks xmlns:a="http://schemas.openxmlformats.org/drawingml/2006/main" noGrp="1"/>
          </p:cNvSpPr>
          <p:nvPr/>
        </p:nvSpPr>
        <p:spPr>
          <a:xfrm xmlns:a="http://schemas.openxmlformats.org/drawingml/2006/main">
            <a:off x="7150100" y="3060700"/>
            <a:ext cx="3860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600">
                <a:solidFill>
                  <a:srgbClr val="0B1020"/>
                </a:solidFill>
                <a:latin typeface="Aptos"/>
                <a:ea typeface="Aptos"/>
                <a:cs typeface="Aptos"/>
              </a:rPr>
              <a:t>normalize task meaning</a:t>
            </a:r>
          </a:p>
        </p:txBody>
      </p:sp>
      <p:sp>
        <p:nvSpPr>
          <p:cNvPr id="24" name="TextBox 23">
            <a:extLst xmlns:a="http://schemas.openxmlformats.org/drawingml/2006/main">
              <a:ext uri="{FF2B5EF4-FFF2-40B4-BE49-F238E27FC236}">
                <a16:creationId xmlns:a16="http://schemas.microsoft.com/office/drawing/2014/main" id="{0ECD9A49-2A40-7E20-17B8-A699158035D0}"/>
              </a:ext>
            </a:extLst>
          </p:cNvPr>
          <p:cNvSpPr>
            <a:spLocks xmlns:a="http://schemas.openxmlformats.org/drawingml/2006/main" noGrp="1"/>
          </p:cNvSpPr>
          <p:nvPr/>
        </p:nvSpPr>
        <p:spPr>
          <a:xfrm xmlns:a="http://schemas.openxmlformats.org/drawingml/2006/main">
            <a:off x="6756400" y="3543300"/>
            <a:ext cx="304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b="1">
                <a:solidFill>
                  <a:srgbClr val="3D8DFF"/>
                </a:solidFill>
                <a:latin typeface="Aptos"/>
                <a:ea typeface="Aptos"/>
                <a:cs typeface="Aptos"/>
              </a:rPr>
              <a:t>•</a:t>
            </a:r>
          </a:p>
        </p:txBody>
      </p:sp>
      <p:sp>
        <p:nvSpPr>
          <p:cNvPr id="25" name="TextBox 24">
            <a:extLst xmlns:a="http://schemas.openxmlformats.org/drawingml/2006/main">
              <a:ext uri="{FF2B5EF4-FFF2-40B4-BE49-F238E27FC236}">
                <a16:creationId xmlns:a16="http://schemas.microsoft.com/office/drawing/2014/main" id="{14FCCDB4-BFB1-80CF-8062-783221274208}"/>
              </a:ext>
            </a:extLst>
          </p:cNvPr>
          <p:cNvSpPr>
            <a:spLocks xmlns:a="http://schemas.openxmlformats.org/drawingml/2006/main" noGrp="1"/>
          </p:cNvSpPr>
          <p:nvPr/>
        </p:nvSpPr>
        <p:spPr>
          <a:xfrm xmlns:a="http://schemas.openxmlformats.org/drawingml/2006/main">
            <a:off x="7150100" y="3543300"/>
            <a:ext cx="3860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600">
                <a:solidFill>
                  <a:srgbClr val="0B1020"/>
                </a:solidFill>
                <a:latin typeface="Aptos"/>
                <a:ea typeface="Aptos"/>
                <a:cs typeface="Aptos"/>
              </a:rPr>
              <a:t>plan and implement code</a:t>
            </a:r>
          </a:p>
        </p:txBody>
      </p:sp>
      <p:sp>
        <p:nvSpPr>
          <p:cNvPr id="26" name="TextBox 25">
            <a:extLst xmlns:a="http://schemas.openxmlformats.org/drawingml/2006/main">
              <a:ext uri="{FF2B5EF4-FFF2-40B4-BE49-F238E27FC236}">
                <a16:creationId xmlns:a16="http://schemas.microsoft.com/office/drawing/2014/main" id="{7D33D54B-C062-3ADB-BF5B-2304CC94343B}"/>
              </a:ext>
            </a:extLst>
          </p:cNvPr>
          <p:cNvSpPr>
            <a:spLocks xmlns:a="http://schemas.openxmlformats.org/drawingml/2006/main" noGrp="1"/>
          </p:cNvSpPr>
          <p:nvPr/>
        </p:nvSpPr>
        <p:spPr>
          <a:xfrm xmlns:a="http://schemas.openxmlformats.org/drawingml/2006/main">
            <a:off x="6756400" y="4025900"/>
            <a:ext cx="304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b="1">
                <a:solidFill>
                  <a:srgbClr val="3D8DFF"/>
                </a:solidFill>
                <a:latin typeface="Aptos"/>
                <a:ea typeface="Aptos"/>
                <a:cs typeface="Aptos"/>
              </a:rPr>
              <a:t>•</a:t>
            </a:r>
          </a:p>
        </p:txBody>
      </p:sp>
      <p:sp>
        <p:nvSpPr>
          <p:cNvPr id="27" name="TextBox 26">
            <a:extLst xmlns:a="http://schemas.openxmlformats.org/drawingml/2006/main">
              <a:ext uri="{FF2B5EF4-FFF2-40B4-BE49-F238E27FC236}">
                <a16:creationId xmlns:a16="http://schemas.microsoft.com/office/drawing/2014/main" id="{94E570BD-770E-1801-84DC-BCDEB370E4E1}"/>
              </a:ext>
            </a:extLst>
          </p:cNvPr>
          <p:cNvSpPr>
            <a:spLocks xmlns:a="http://schemas.openxmlformats.org/drawingml/2006/main" noGrp="1"/>
          </p:cNvSpPr>
          <p:nvPr/>
        </p:nvSpPr>
        <p:spPr>
          <a:xfrm xmlns:a="http://schemas.openxmlformats.org/drawingml/2006/main">
            <a:off x="7150100" y="4025900"/>
            <a:ext cx="3860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600">
                <a:solidFill>
                  <a:srgbClr val="0B1020"/>
                </a:solidFill>
                <a:latin typeface="Aptos"/>
                <a:ea typeface="Aptos"/>
                <a:cs typeface="Aptos"/>
              </a:rPr>
              <a:t>analyze failures</a:t>
            </a:r>
          </a:p>
        </p:txBody>
      </p:sp>
      <p:sp>
        <p:nvSpPr>
          <p:cNvPr id="28" name="TextBox 27">
            <a:extLst xmlns:a="http://schemas.openxmlformats.org/drawingml/2006/main">
              <a:ext uri="{FF2B5EF4-FFF2-40B4-BE49-F238E27FC236}">
                <a16:creationId xmlns:a16="http://schemas.microsoft.com/office/drawing/2014/main" id="{E6BE1AD8-33D7-01F1-5E9E-07D4DFE9D051}"/>
              </a:ext>
            </a:extLst>
          </p:cNvPr>
          <p:cNvSpPr>
            <a:spLocks xmlns:a="http://schemas.openxmlformats.org/drawingml/2006/main" noGrp="1"/>
          </p:cNvSpPr>
          <p:nvPr/>
        </p:nvSpPr>
        <p:spPr>
          <a:xfrm xmlns:a="http://schemas.openxmlformats.org/drawingml/2006/main">
            <a:off x="6756400" y="4508500"/>
            <a:ext cx="304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b="1">
                <a:solidFill>
                  <a:srgbClr val="3D8DFF"/>
                </a:solidFill>
                <a:latin typeface="Aptos"/>
                <a:ea typeface="Aptos"/>
                <a:cs typeface="Aptos"/>
              </a:rPr>
              <a:t>•</a:t>
            </a:r>
          </a:p>
        </p:txBody>
      </p:sp>
      <p:sp>
        <p:nvSpPr>
          <p:cNvPr id="29" name="TextBox 28">
            <a:extLst xmlns:a="http://schemas.openxmlformats.org/drawingml/2006/main">
              <a:ext uri="{FF2B5EF4-FFF2-40B4-BE49-F238E27FC236}">
                <a16:creationId xmlns:a16="http://schemas.microsoft.com/office/drawing/2014/main" id="{6C1867E6-6613-1FEB-196F-A8F4492D853D}"/>
              </a:ext>
            </a:extLst>
          </p:cNvPr>
          <p:cNvSpPr>
            <a:spLocks xmlns:a="http://schemas.openxmlformats.org/drawingml/2006/main" noGrp="1"/>
          </p:cNvSpPr>
          <p:nvPr/>
        </p:nvSpPr>
        <p:spPr>
          <a:xfrm xmlns:a="http://schemas.openxmlformats.org/drawingml/2006/main">
            <a:off x="7150100" y="4508500"/>
            <a:ext cx="3860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600">
                <a:solidFill>
                  <a:srgbClr val="0B1020"/>
                </a:solidFill>
                <a:latin typeface="Aptos"/>
                <a:ea typeface="Aptos"/>
                <a:cs typeface="Aptos"/>
              </a:rPr>
              <a:t>choose conflict-aware action</a:t>
            </a:r>
          </a:p>
        </p:txBody>
      </p:sp>
      <p:sp>
        <p:nvSpPr>
          <p:cNvPr id="30" name="TextBox 29">
            <a:extLst xmlns:a="http://schemas.openxmlformats.org/drawingml/2006/main">
              <a:ext uri="{FF2B5EF4-FFF2-40B4-BE49-F238E27FC236}">
                <a16:creationId xmlns:a16="http://schemas.microsoft.com/office/drawing/2014/main" id="{3A63F369-CDC8-E63E-6D7A-FFF15F551580}"/>
              </a:ext>
            </a:extLst>
          </p:cNvPr>
          <p:cNvSpPr>
            <a:spLocks xmlns:a="http://schemas.openxmlformats.org/drawingml/2006/main" noGrp="1"/>
          </p:cNvSpPr>
          <p:nvPr/>
        </p:nvSpPr>
        <p:spPr>
          <a:xfrm xmlns:a="http://schemas.openxmlformats.org/drawingml/2006/main">
            <a:off x="6756400" y="4991100"/>
            <a:ext cx="304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b="1">
                <a:solidFill>
                  <a:srgbClr val="3D8DFF"/>
                </a:solidFill>
                <a:latin typeface="Aptos"/>
                <a:ea typeface="Aptos"/>
                <a:cs typeface="Aptos"/>
              </a:rPr>
              <a:t>•</a:t>
            </a:r>
          </a:p>
        </p:txBody>
      </p:sp>
      <p:sp>
        <p:nvSpPr>
          <p:cNvPr id="31" name="TextBox 30">
            <a:extLst xmlns:a="http://schemas.openxmlformats.org/drawingml/2006/main">
              <a:ext uri="{FF2B5EF4-FFF2-40B4-BE49-F238E27FC236}">
                <a16:creationId xmlns:a16="http://schemas.microsoft.com/office/drawing/2014/main" id="{A7EF8EF2-41ED-7C86-EE6F-42E31EAAF60D}"/>
              </a:ext>
            </a:extLst>
          </p:cNvPr>
          <p:cNvSpPr>
            <a:spLocks xmlns:a="http://schemas.openxmlformats.org/drawingml/2006/main" noGrp="1"/>
          </p:cNvSpPr>
          <p:nvPr/>
        </p:nvSpPr>
        <p:spPr>
          <a:xfrm xmlns:a="http://schemas.openxmlformats.org/drawingml/2006/main">
            <a:off x="7150100" y="4991100"/>
            <a:ext cx="3860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600">
                <a:solidFill>
                  <a:srgbClr val="0B1020"/>
                </a:solidFill>
                <a:latin typeface="Aptos"/>
                <a:ea typeface="Aptos"/>
                <a:cs typeface="Aptos"/>
              </a:rPr>
              <a:t>review risk and correctness</a:t>
            </a:r>
          </a:p>
        </p:txBody>
      </p:sp>
      <p:sp>
        <p:nvSpPr>
          <p:cNvPr id="32" name="TextBox 31">
            <a:extLst xmlns:a="http://schemas.openxmlformats.org/drawingml/2006/main">
              <a:ext uri="{FF2B5EF4-FFF2-40B4-BE49-F238E27FC236}">
                <a16:creationId xmlns:a16="http://schemas.microsoft.com/office/drawing/2014/main" id="{9DF6E13F-74A8-7A53-C647-87CB166CA0E1}"/>
              </a:ext>
            </a:extLst>
          </p:cNvPr>
          <p:cNvSpPr>
            <a:spLocks xmlns:a="http://schemas.openxmlformats.org/drawingml/2006/main" noGrp="1"/>
          </p:cNvSpPr>
          <p:nvPr/>
        </p:nvSpPr>
        <p:spPr>
          <a:xfrm xmlns:a="http://schemas.openxmlformats.org/drawingml/2006/main">
            <a:off x="558800" y="5994400"/>
            <a:ext cx="110744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ctr">
              <a:buNone/>
            </a:pPr>
            <a:r>
              <a:rPr b="1">
                <a:solidFill>
                  <a:srgbClr val="E25555"/>
                </a:solidFill>
                <a:latin typeface="Aptos"/>
                <a:ea typeface="Aptos"/>
                <a:cs typeface="Aptos"/>
              </a:rPr>
              <a:t>AI never edits the queue directly.</a:t>
            </a:r>
          </a:p>
        </p:txBody>
      </p:sp>
    </p:spTree>
    <p:extLst>
      <p:ext uri="{BB962C8B-B14F-4D97-AF65-F5344CB8AC3E}">
        <p14:creationId xmlns:p14="http://schemas.microsoft.com/office/powerpoint/2010/main" val="352687073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BF59483A-A194-5F15-DF95-50F974B8DE44}"/>
              </a:ext>
            </a:extLst>
          </p:cNvPr>
          <p:cNvSpPr>
            <a:spLocks xmlns:a="http://schemas.openxmlformats.org/drawingml/2006/main" noGrp="1"/>
          </p:cNvSpPr>
          <p:nvPr/>
        </p:nvSpPr>
        <p:spPr>
          <a:xfrm xmlns:a="http://schemas.openxmlformats.org/drawingml/2006/main">
            <a:off x="533400" y="393700"/>
            <a:ext cx="10668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3600" b="1">
                <a:solidFill>
                  <a:srgbClr val="0B1020"/>
                </a:solidFill>
                <a:latin typeface="Aptos Display"/>
                <a:ea typeface="Aptos Display"/>
                <a:cs typeface="Aptos Display"/>
              </a:rPr>
              <a:t>Preview the exact worker in one command.</a:t>
            </a:r>
          </a:p>
        </p:txBody>
      </p:sp>
      <p:sp>
        <p:nvSpPr>
          <p:cNvPr id="3" name="TextBox 2">
            <a:extLst xmlns:a="http://schemas.openxmlformats.org/drawingml/2006/main">
              <a:ext uri="{FF2B5EF4-FFF2-40B4-BE49-F238E27FC236}">
                <a16:creationId xmlns:a16="http://schemas.microsoft.com/office/drawing/2014/main" id="{1C116EF0-6428-0A43-D1ED-525E47FE540E}"/>
              </a:ext>
            </a:extLst>
          </p:cNvPr>
          <p:cNvSpPr>
            <a:spLocks xmlns:a="http://schemas.openxmlformats.org/drawingml/2006/main" noGrp="1"/>
          </p:cNvSpPr>
          <p:nvPr/>
        </p:nvSpPr>
        <p:spPr>
          <a:xfrm xmlns:a="http://schemas.openxmlformats.org/drawingml/2006/main">
            <a:off x="11366500" y="444500"/>
            <a:ext cx="304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r">
              <a:buNone/>
            </a:pPr>
            <a:r>
              <a:rPr sz="1000">
                <a:solidFill>
                  <a:srgbClr val="596579"/>
                </a:solidFill>
                <a:latin typeface="Aptos"/>
                <a:ea typeface="Aptos"/>
                <a:cs typeface="Aptos"/>
              </a:rPr>
              <a:t>6</a:t>
            </a:r>
          </a:p>
        </p:txBody>
      </p:sp>
      <p:sp>
        <p:nvSpPr>
          <p:cNvPr id="4" name="Rectangle: Rounded Corners 3">
            <a:extLst xmlns:a="http://schemas.openxmlformats.org/drawingml/2006/main">
              <a:ext uri="{FF2B5EF4-FFF2-40B4-BE49-F238E27FC236}">
                <a16:creationId xmlns:a16="http://schemas.microsoft.com/office/drawing/2014/main" id="{BD76886E-541E-35D9-C6F6-5CDF0B9243CD}"/>
              </a:ext>
            </a:extLst>
          </p:cNvPr>
          <p:cNvSpPr>
            <a:spLocks xmlns:a="http://schemas.openxmlformats.org/drawingml/2006/main" noGrp="1"/>
          </p:cNvSpPr>
          <p:nvPr/>
        </p:nvSpPr>
        <p:spPr>
          <a:xfrm xmlns:a="http://schemas.openxmlformats.org/drawingml/2006/main">
            <a:off x="558800" y="1549400"/>
            <a:ext cx="6578600" cy="4038600"/>
          </a:xfrm>
          <a:prstGeom xmlns:a="http://schemas.openxmlformats.org/drawingml/2006/main" prst="roundRect">
            <a:avLst/>
          </a:prstGeom>
          <a:solidFill xmlns:a="http://schemas.openxmlformats.org/drawingml/2006/main">
            <a:srgbClr val="111827"/>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TextBox 4">
            <a:extLst xmlns:a="http://schemas.openxmlformats.org/drawingml/2006/main">
              <a:ext uri="{FF2B5EF4-FFF2-40B4-BE49-F238E27FC236}">
                <a16:creationId xmlns:a16="http://schemas.microsoft.com/office/drawing/2014/main" id="{0AFA59BB-9245-5DF7-9913-DFCF20473482}"/>
              </a:ext>
            </a:extLst>
          </p:cNvPr>
          <p:cNvSpPr>
            <a:spLocks xmlns:a="http://schemas.openxmlformats.org/drawingml/2006/main" noGrp="1"/>
          </p:cNvSpPr>
          <p:nvPr/>
        </p:nvSpPr>
        <p:spPr>
          <a:xfrm xmlns:a="http://schemas.openxmlformats.org/drawingml/2006/main">
            <a:off x="825500" y="1816100"/>
            <a:ext cx="1524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200" b="1">
                <a:solidFill>
                  <a:srgbClr val="6DCBF4"/>
                </a:solidFill>
                <a:latin typeface="Cascadia Mono"/>
                <a:ea typeface="Cascadia Mono"/>
                <a:cs typeface="Cascadia Mono"/>
              </a:rPr>
              <a:t>PowerShell</a:t>
            </a:r>
          </a:p>
        </p:txBody>
      </p:sp>
      <p:sp>
        <p:nvSpPr>
          <p:cNvPr id="6" name="TextBox 5">
            <a:extLst xmlns:a="http://schemas.openxmlformats.org/drawingml/2006/main">
              <a:ext uri="{FF2B5EF4-FFF2-40B4-BE49-F238E27FC236}">
                <a16:creationId xmlns:a16="http://schemas.microsoft.com/office/drawing/2014/main" id="{560A656A-DE7A-F16D-22DB-955494D448D5}"/>
              </a:ext>
            </a:extLst>
          </p:cNvPr>
          <p:cNvSpPr>
            <a:spLocks xmlns:a="http://schemas.openxmlformats.org/drawingml/2006/main" noGrp="1"/>
          </p:cNvSpPr>
          <p:nvPr/>
        </p:nvSpPr>
        <p:spPr>
          <a:xfrm xmlns:a="http://schemas.openxmlformats.org/drawingml/2006/main">
            <a:off x="825500" y="2311400"/>
            <a:ext cx="59436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300">
                <a:solidFill>
                  <a:srgbClr val="6DCBF4"/>
                </a:solidFill>
                <a:latin typeface="Cascadia Mono"/>
                <a:ea typeface="Cascadia Mono"/>
                <a:cs typeface="Cascadia Mono"/>
              </a:rPr>
              <a:t>&gt; factory help preview</a:t>
            </a:r>
          </a:p>
        </p:txBody>
      </p:sp>
      <p:sp>
        <p:nvSpPr>
          <p:cNvPr id="7" name="TextBox 6">
            <a:extLst xmlns:a="http://schemas.openxmlformats.org/drawingml/2006/main">
              <a:ext uri="{FF2B5EF4-FFF2-40B4-BE49-F238E27FC236}">
                <a16:creationId xmlns:a16="http://schemas.microsoft.com/office/drawing/2014/main" id="{70D99492-136A-8AF3-E40A-99ED9E180682}"/>
              </a:ext>
            </a:extLst>
          </p:cNvPr>
          <p:cNvSpPr>
            <a:spLocks xmlns:a="http://schemas.openxmlformats.org/drawingml/2006/main" noGrp="1"/>
          </p:cNvSpPr>
          <p:nvPr/>
        </p:nvSpPr>
        <p:spPr>
          <a:xfrm xmlns:a="http://schemas.openxmlformats.org/drawingml/2006/main">
            <a:off x="825500" y="2654300"/>
            <a:ext cx="59436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endParaRPr sz="1300">
              <a:solidFill>
                <a:srgbClr val="FFFFFF"/>
              </a:solidFill>
              <a:latin typeface="Cascadia Mono"/>
              <a:ea typeface="Cascadia Mono"/>
              <a:cs typeface="Cascadia Mono"/>
            </a:endParaRPr>
          </a:p>
        </p:txBody>
      </p:sp>
      <p:sp>
        <p:nvSpPr>
          <p:cNvPr id="8" name="TextBox 7">
            <a:extLst xmlns:a="http://schemas.openxmlformats.org/drawingml/2006/main">
              <a:ext uri="{FF2B5EF4-FFF2-40B4-BE49-F238E27FC236}">
                <a16:creationId xmlns:a16="http://schemas.microsoft.com/office/drawing/2014/main" id="{35451DA6-BC67-EE8C-009D-C1946D2E54AF}"/>
              </a:ext>
            </a:extLst>
          </p:cNvPr>
          <p:cNvSpPr>
            <a:spLocks xmlns:a="http://schemas.openxmlformats.org/drawingml/2006/main" noGrp="1"/>
          </p:cNvSpPr>
          <p:nvPr/>
        </p:nvSpPr>
        <p:spPr>
          <a:xfrm xmlns:a="http://schemas.openxmlformats.org/drawingml/2006/main">
            <a:off x="825500" y="2997200"/>
            <a:ext cx="59436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300">
                <a:solidFill>
                  <a:srgbClr val="FFFFFF"/>
                </a:solidFill>
                <a:latin typeface="Cascadia Mono"/>
                <a:ea typeface="Cascadia Mono"/>
                <a:cs typeface="Cascadia Mono"/>
              </a:rPr>
              <a:t>factory preview [&lt;task-id&gt;|stop] [-NoOpen]</a:t>
            </a:r>
          </a:p>
        </p:txBody>
      </p:sp>
      <p:sp>
        <p:nvSpPr>
          <p:cNvPr id="9" name="TextBox 8">
            <a:extLst xmlns:a="http://schemas.openxmlformats.org/drawingml/2006/main">
              <a:ext uri="{FF2B5EF4-FFF2-40B4-BE49-F238E27FC236}">
                <a16:creationId xmlns:a16="http://schemas.microsoft.com/office/drawing/2014/main" id="{8B81DDD9-6FEF-890D-D762-B690D3B01402}"/>
              </a:ext>
            </a:extLst>
          </p:cNvPr>
          <p:cNvSpPr>
            <a:spLocks xmlns:a="http://schemas.openxmlformats.org/drawingml/2006/main" noGrp="1"/>
          </p:cNvSpPr>
          <p:nvPr/>
        </p:nvSpPr>
        <p:spPr>
          <a:xfrm xmlns:a="http://schemas.openxmlformats.org/drawingml/2006/main">
            <a:off x="825500" y="3340100"/>
            <a:ext cx="59436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300">
                <a:solidFill>
                  <a:srgbClr val="FFFFFF"/>
                </a:solidFill>
                <a:latin typeface="Cascadia Mono"/>
                <a:ea typeface="Cascadia Mono"/>
                <a:cs typeface="Cascadia Mono"/>
              </a:rPr>
              <a:t>Starts Laravel and Vite from one worker worktree</a:t>
            </a:r>
          </a:p>
        </p:txBody>
      </p:sp>
      <p:sp>
        <p:nvSpPr>
          <p:cNvPr id="10" name="TextBox 9">
            <a:extLst xmlns:a="http://schemas.openxmlformats.org/drawingml/2006/main">
              <a:ext uri="{FF2B5EF4-FFF2-40B4-BE49-F238E27FC236}">
                <a16:creationId xmlns:a16="http://schemas.microsoft.com/office/drawing/2014/main" id="{D7F43AD0-C284-D119-40A1-9F0B5F4CA104}"/>
              </a:ext>
            </a:extLst>
          </p:cNvPr>
          <p:cNvSpPr>
            <a:spLocks xmlns:a="http://schemas.openxmlformats.org/drawingml/2006/main" noGrp="1"/>
          </p:cNvSpPr>
          <p:nvPr/>
        </p:nvSpPr>
        <p:spPr>
          <a:xfrm xmlns:a="http://schemas.openxmlformats.org/drawingml/2006/main">
            <a:off x="825500" y="3683000"/>
            <a:ext cx="59436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300">
                <a:solidFill>
                  <a:srgbClr val="FFFFFF"/>
                </a:solidFill>
                <a:latin typeface="Cascadia Mono"/>
                <a:ea typeface="Cascadia Mono"/>
                <a:cs typeface="Cascadia Mono"/>
              </a:rPr>
              <a:t>and opens its private loopback URL.</a:t>
            </a:r>
          </a:p>
        </p:txBody>
      </p:sp>
      <p:sp>
        <p:nvSpPr>
          <p:cNvPr id="11" name="TextBox 10">
            <a:extLst xmlns:a="http://schemas.openxmlformats.org/drawingml/2006/main">
              <a:ext uri="{FF2B5EF4-FFF2-40B4-BE49-F238E27FC236}">
                <a16:creationId xmlns:a16="http://schemas.microsoft.com/office/drawing/2014/main" id="{227299C9-E3AB-CC23-3D65-B44BD69142B1}"/>
              </a:ext>
            </a:extLst>
          </p:cNvPr>
          <p:cNvSpPr>
            <a:spLocks xmlns:a="http://schemas.openxmlformats.org/drawingml/2006/main" noGrp="1"/>
          </p:cNvSpPr>
          <p:nvPr/>
        </p:nvSpPr>
        <p:spPr>
          <a:xfrm xmlns:a="http://schemas.openxmlformats.org/drawingml/2006/main">
            <a:off x="825500" y="4025900"/>
            <a:ext cx="59436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endParaRPr sz="1300">
              <a:solidFill>
                <a:srgbClr val="FFFFFF"/>
              </a:solidFill>
              <a:latin typeface="Cascadia Mono"/>
              <a:ea typeface="Cascadia Mono"/>
              <a:cs typeface="Cascadia Mono"/>
            </a:endParaRPr>
          </a:p>
        </p:txBody>
      </p:sp>
      <p:sp>
        <p:nvSpPr>
          <p:cNvPr id="12" name="TextBox 11">
            <a:extLst xmlns:a="http://schemas.openxmlformats.org/drawingml/2006/main">
              <a:ext uri="{FF2B5EF4-FFF2-40B4-BE49-F238E27FC236}">
                <a16:creationId xmlns:a16="http://schemas.microsoft.com/office/drawing/2014/main" id="{93D9873C-A3B3-EB80-FE6E-2F52787B3747}"/>
              </a:ext>
            </a:extLst>
          </p:cNvPr>
          <p:cNvSpPr>
            <a:spLocks xmlns:a="http://schemas.openxmlformats.org/drawingml/2006/main" noGrp="1"/>
          </p:cNvSpPr>
          <p:nvPr/>
        </p:nvSpPr>
        <p:spPr>
          <a:xfrm xmlns:a="http://schemas.openxmlformats.org/drawingml/2006/main">
            <a:off x="825500" y="4368800"/>
            <a:ext cx="59436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300">
                <a:solidFill>
                  <a:srgbClr val="FFFFFF"/>
                </a:solidFill>
                <a:latin typeface="Cascadia Mono"/>
                <a:ea typeface="Cascadia Mono"/>
                <a:cs typeface="Cascadia Mono"/>
              </a:rPr>
              <a:t>Only one preview runs per project:</a:t>
            </a:r>
          </a:p>
        </p:txBody>
      </p:sp>
      <p:sp>
        <p:nvSpPr>
          <p:cNvPr id="13" name="TextBox 12">
            <a:extLst xmlns:a="http://schemas.openxmlformats.org/drawingml/2006/main">
              <a:ext uri="{FF2B5EF4-FFF2-40B4-BE49-F238E27FC236}">
                <a16:creationId xmlns:a16="http://schemas.microsoft.com/office/drawing/2014/main" id="{5DE3F286-1B0F-14C4-736D-E8509DAF0F0C}"/>
              </a:ext>
            </a:extLst>
          </p:cNvPr>
          <p:cNvSpPr>
            <a:spLocks xmlns:a="http://schemas.openxmlformats.org/drawingml/2006/main" noGrp="1"/>
          </p:cNvSpPr>
          <p:nvPr/>
        </p:nvSpPr>
        <p:spPr>
          <a:xfrm xmlns:a="http://schemas.openxmlformats.org/drawingml/2006/main">
            <a:off x="825500" y="4711700"/>
            <a:ext cx="59436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300">
                <a:solidFill>
                  <a:srgbClr val="FFFFFF"/>
                </a:solidFill>
                <a:latin typeface="Cascadia Mono"/>
                <a:ea typeface="Cascadia Mono"/>
                <a:cs typeface="Cascadia Mono"/>
              </a:rPr>
              <a:t>starting another task stops the previous preview first.</a:t>
            </a:r>
          </a:p>
        </p:txBody>
      </p:sp>
      <p:sp>
        <p:nvSpPr>
          <p:cNvPr id="14" name="TextBox 13">
            <a:extLst xmlns:a="http://schemas.openxmlformats.org/drawingml/2006/main">
              <a:ext uri="{FF2B5EF4-FFF2-40B4-BE49-F238E27FC236}">
                <a16:creationId xmlns:a16="http://schemas.microsoft.com/office/drawing/2014/main" id="{12B1A9AF-D037-1486-F4B2-E60D82C8F5D2}"/>
              </a:ext>
            </a:extLst>
          </p:cNvPr>
          <p:cNvSpPr>
            <a:spLocks xmlns:a="http://schemas.openxmlformats.org/drawingml/2006/main" noGrp="1"/>
          </p:cNvSpPr>
          <p:nvPr/>
        </p:nvSpPr>
        <p:spPr>
          <a:xfrm xmlns:a="http://schemas.openxmlformats.org/drawingml/2006/main">
            <a:off x="7747000" y="1765300"/>
            <a:ext cx="3556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2200" b="1">
                <a:solidFill>
                  <a:srgbClr val="0B1020"/>
                </a:solidFill>
                <a:latin typeface="Aptos"/>
                <a:ea typeface="Aptos"/>
                <a:cs typeface="Aptos"/>
              </a:rPr>
              <a:t>Exact worker worktree</a:t>
            </a:r>
          </a:p>
        </p:txBody>
      </p:sp>
      <p:sp>
        <p:nvSpPr>
          <p:cNvPr id="15" name="Straight Connector 14">
            <a:extLst xmlns:a="http://schemas.openxmlformats.org/drawingml/2006/main">
              <a:ext uri="{FF2B5EF4-FFF2-40B4-BE49-F238E27FC236}">
                <a16:creationId xmlns:a16="http://schemas.microsoft.com/office/drawing/2014/main" id="{68AFEA12-6F02-422E-8D34-92077DC29565}"/>
              </a:ext>
            </a:extLst>
          </p:cNvPr>
          <p:cNvSpPr>
            <a:spLocks xmlns:a="http://schemas.openxmlformats.org/drawingml/2006/main" noGrp="1"/>
          </p:cNvSpPr>
          <p:nvPr/>
        </p:nvSpPr>
        <p:spPr>
          <a:xfrm xmlns:a="http://schemas.openxmlformats.org/drawingml/2006/main">
            <a:off x="7747000" y="2298700"/>
            <a:ext cx="3606800" cy="0"/>
          </a:xfrm>
          <a:prstGeom xmlns:a="http://schemas.openxmlformats.org/drawingml/2006/main" prst="line">
            <a:avLst/>
          </a:prstGeom>
          <a:ln xmlns:a="http://schemas.openxmlformats.org/drawingml/2006/main" w="38100">
            <a:solidFill>
              <a:srgbClr val="3D8DFF"/>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16" name="TextBox 15">
            <a:extLst xmlns:a="http://schemas.openxmlformats.org/drawingml/2006/main">
              <a:ext uri="{FF2B5EF4-FFF2-40B4-BE49-F238E27FC236}">
                <a16:creationId xmlns:a16="http://schemas.microsoft.com/office/drawing/2014/main" id="{DB0DC977-7C54-9C83-161A-60554FF51A81}"/>
              </a:ext>
            </a:extLst>
          </p:cNvPr>
          <p:cNvSpPr>
            <a:spLocks xmlns:a="http://schemas.openxmlformats.org/drawingml/2006/main" noGrp="1"/>
          </p:cNvSpPr>
          <p:nvPr/>
        </p:nvSpPr>
        <p:spPr>
          <a:xfrm xmlns:a="http://schemas.openxmlformats.org/drawingml/2006/main">
            <a:off x="7747000" y="2603500"/>
            <a:ext cx="1397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600" b="1">
                <a:solidFill>
                  <a:srgbClr val="3D8DFF"/>
                </a:solidFill>
                <a:latin typeface="Aptos"/>
                <a:ea typeface="Aptos"/>
                <a:cs typeface="Aptos"/>
              </a:rPr>
              <a:t>Laravel</a:t>
            </a:r>
          </a:p>
        </p:txBody>
      </p:sp>
      <p:sp>
        <p:nvSpPr>
          <p:cNvPr id="17" name="TextBox 16">
            <a:extLst xmlns:a="http://schemas.openxmlformats.org/drawingml/2006/main">
              <a:ext uri="{FF2B5EF4-FFF2-40B4-BE49-F238E27FC236}">
                <a16:creationId xmlns:a16="http://schemas.microsoft.com/office/drawing/2014/main" id="{22BB6EC7-587A-185A-9C74-03C3F2AFCB20}"/>
              </a:ext>
            </a:extLst>
          </p:cNvPr>
          <p:cNvSpPr>
            <a:spLocks xmlns:a="http://schemas.openxmlformats.org/drawingml/2006/main" noGrp="1"/>
          </p:cNvSpPr>
          <p:nvPr/>
        </p:nvSpPr>
        <p:spPr>
          <a:xfrm xmlns:a="http://schemas.openxmlformats.org/drawingml/2006/main">
            <a:off x="9220200" y="2603500"/>
            <a:ext cx="21844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500">
                <a:solidFill>
                  <a:srgbClr val="596579"/>
                </a:solidFill>
                <a:latin typeface="Aptos"/>
                <a:ea typeface="Aptos"/>
                <a:cs typeface="Aptos"/>
              </a:rPr>
              <a:t>dynamic loopback app port</a:t>
            </a:r>
          </a:p>
        </p:txBody>
      </p:sp>
      <p:sp>
        <p:nvSpPr>
          <p:cNvPr id="18" name="TextBox 17">
            <a:extLst xmlns:a="http://schemas.openxmlformats.org/drawingml/2006/main">
              <a:ext uri="{FF2B5EF4-FFF2-40B4-BE49-F238E27FC236}">
                <a16:creationId xmlns:a16="http://schemas.microsoft.com/office/drawing/2014/main" id="{4E9E03CA-13E2-09DE-DD71-ADB9D8CAE65D}"/>
              </a:ext>
            </a:extLst>
          </p:cNvPr>
          <p:cNvSpPr>
            <a:spLocks xmlns:a="http://schemas.openxmlformats.org/drawingml/2006/main" noGrp="1"/>
          </p:cNvSpPr>
          <p:nvPr/>
        </p:nvSpPr>
        <p:spPr>
          <a:xfrm xmlns:a="http://schemas.openxmlformats.org/drawingml/2006/main">
            <a:off x="7747000" y="3352800"/>
            <a:ext cx="1397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600" b="1">
                <a:solidFill>
                  <a:srgbClr val="3D8DFF"/>
                </a:solidFill>
                <a:latin typeface="Aptos"/>
                <a:ea typeface="Aptos"/>
                <a:cs typeface="Aptos"/>
              </a:rPr>
              <a:t>Vite</a:t>
            </a:r>
          </a:p>
        </p:txBody>
      </p:sp>
      <p:sp>
        <p:nvSpPr>
          <p:cNvPr id="19" name="TextBox 18">
            <a:extLst xmlns:a="http://schemas.openxmlformats.org/drawingml/2006/main">
              <a:ext uri="{FF2B5EF4-FFF2-40B4-BE49-F238E27FC236}">
                <a16:creationId xmlns:a16="http://schemas.microsoft.com/office/drawing/2014/main" id="{1FFDFD11-233E-052F-E5D2-2D8760CD1691}"/>
              </a:ext>
            </a:extLst>
          </p:cNvPr>
          <p:cNvSpPr>
            <a:spLocks xmlns:a="http://schemas.openxmlformats.org/drawingml/2006/main" noGrp="1"/>
          </p:cNvSpPr>
          <p:nvPr/>
        </p:nvSpPr>
        <p:spPr>
          <a:xfrm xmlns:a="http://schemas.openxmlformats.org/drawingml/2006/main">
            <a:off x="9220200" y="3352800"/>
            <a:ext cx="21844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500">
                <a:solidFill>
                  <a:srgbClr val="596579"/>
                </a:solidFill>
                <a:latin typeface="Aptos"/>
                <a:ea typeface="Aptos"/>
                <a:cs typeface="Aptos"/>
              </a:rPr>
              <a:t>separate asset port</a:t>
            </a:r>
          </a:p>
        </p:txBody>
      </p:sp>
      <p:sp>
        <p:nvSpPr>
          <p:cNvPr id="20" name="TextBox 19">
            <a:extLst xmlns:a="http://schemas.openxmlformats.org/drawingml/2006/main">
              <a:ext uri="{FF2B5EF4-FFF2-40B4-BE49-F238E27FC236}">
                <a16:creationId xmlns:a16="http://schemas.microsoft.com/office/drawing/2014/main" id="{7EA230E8-A86A-730C-FEEB-65BF8DABFDBD}"/>
              </a:ext>
            </a:extLst>
          </p:cNvPr>
          <p:cNvSpPr>
            <a:spLocks xmlns:a="http://schemas.openxmlformats.org/drawingml/2006/main" noGrp="1"/>
          </p:cNvSpPr>
          <p:nvPr/>
        </p:nvSpPr>
        <p:spPr>
          <a:xfrm xmlns:a="http://schemas.openxmlformats.org/drawingml/2006/main">
            <a:off x="7747000" y="4102100"/>
            <a:ext cx="1397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600" b="1">
                <a:solidFill>
                  <a:srgbClr val="3D8DFF"/>
                </a:solidFill>
                <a:latin typeface="Aptos"/>
                <a:ea typeface="Aptos"/>
                <a:cs typeface="Aptos"/>
              </a:rPr>
              <a:t>Dependencies</a:t>
            </a:r>
          </a:p>
        </p:txBody>
      </p:sp>
      <p:sp>
        <p:nvSpPr>
          <p:cNvPr id="21" name="TextBox 20">
            <a:extLst xmlns:a="http://schemas.openxmlformats.org/drawingml/2006/main">
              <a:ext uri="{FF2B5EF4-FFF2-40B4-BE49-F238E27FC236}">
                <a16:creationId xmlns:a16="http://schemas.microsoft.com/office/drawing/2014/main" id="{9AD8352A-EA8A-C9B4-5AE8-D943F83B450E}"/>
              </a:ext>
            </a:extLst>
          </p:cNvPr>
          <p:cNvSpPr>
            <a:spLocks xmlns:a="http://schemas.openxmlformats.org/drawingml/2006/main" noGrp="1"/>
          </p:cNvSpPr>
          <p:nvPr/>
        </p:nvSpPr>
        <p:spPr>
          <a:xfrm xmlns:a="http://schemas.openxmlformats.org/drawingml/2006/main">
            <a:off x="9220200" y="4102100"/>
            <a:ext cx="21844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500">
                <a:solidFill>
                  <a:srgbClr val="596579"/>
                </a:solidFill>
                <a:latin typeface="Aptos"/>
                <a:ea typeface="Aptos"/>
                <a:cs typeface="Aptos"/>
              </a:rPr>
              <a:t>safe vendor/node_modules links</a:t>
            </a:r>
          </a:p>
        </p:txBody>
      </p:sp>
      <p:sp>
        <p:nvSpPr>
          <p:cNvPr id="22" name="TextBox 21">
            <a:extLst xmlns:a="http://schemas.openxmlformats.org/drawingml/2006/main">
              <a:ext uri="{FF2B5EF4-FFF2-40B4-BE49-F238E27FC236}">
                <a16:creationId xmlns:a16="http://schemas.microsoft.com/office/drawing/2014/main" id="{D456EC10-B6DC-2645-5638-36F92BE12299}"/>
              </a:ext>
            </a:extLst>
          </p:cNvPr>
          <p:cNvSpPr>
            <a:spLocks xmlns:a="http://schemas.openxmlformats.org/drawingml/2006/main" noGrp="1"/>
          </p:cNvSpPr>
          <p:nvPr/>
        </p:nvSpPr>
        <p:spPr>
          <a:xfrm xmlns:a="http://schemas.openxmlformats.org/drawingml/2006/main">
            <a:off x="7747000" y="4851400"/>
            <a:ext cx="1397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600" b="1">
                <a:solidFill>
                  <a:srgbClr val="3D8DFF"/>
                </a:solidFill>
                <a:latin typeface="Aptos"/>
                <a:ea typeface="Aptos"/>
                <a:cs typeface="Aptos"/>
              </a:rPr>
              <a:t>Switching</a:t>
            </a:r>
          </a:p>
        </p:txBody>
      </p:sp>
      <p:sp>
        <p:nvSpPr>
          <p:cNvPr id="23" name="TextBox 22">
            <a:extLst xmlns:a="http://schemas.openxmlformats.org/drawingml/2006/main">
              <a:ext uri="{FF2B5EF4-FFF2-40B4-BE49-F238E27FC236}">
                <a16:creationId xmlns:a16="http://schemas.microsoft.com/office/drawing/2014/main" id="{6F488165-579B-002F-A46C-8C316D4A4C34}"/>
              </a:ext>
            </a:extLst>
          </p:cNvPr>
          <p:cNvSpPr>
            <a:spLocks xmlns:a="http://schemas.openxmlformats.org/drawingml/2006/main" noGrp="1"/>
          </p:cNvSpPr>
          <p:nvPr/>
        </p:nvSpPr>
        <p:spPr>
          <a:xfrm xmlns:a="http://schemas.openxmlformats.org/drawingml/2006/main">
            <a:off x="9220200" y="4851400"/>
            <a:ext cx="21844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500">
                <a:solidFill>
                  <a:srgbClr val="596579"/>
                </a:solidFill>
                <a:latin typeface="Aptos"/>
                <a:ea typeface="Aptos"/>
                <a:cs typeface="Aptos"/>
              </a:rPr>
              <a:t>previous process trees stop first</a:t>
            </a:r>
          </a:p>
        </p:txBody>
      </p:sp>
      <p:sp>
        <p:nvSpPr>
          <p:cNvPr id="24" name="TextBox 23">
            <a:extLst xmlns:a="http://schemas.openxmlformats.org/drawingml/2006/main">
              <a:ext uri="{FF2B5EF4-FFF2-40B4-BE49-F238E27FC236}">
                <a16:creationId xmlns:a16="http://schemas.microsoft.com/office/drawing/2014/main" id="{076372CE-2482-9011-10AF-37113051B23F}"/>
              </a:ext>
            </a:extLst>
          </p:cNvPr>
          <p:cNvSpPr>
            <a:spLocks xmlns:a="http://schemas.openxmlformats.org/drawingml/2006/main" noGrp="1"/>
          </p:cNvSpPr>
          <p:nvPr/>
        </p:nvSpPr>
        <p:spPr>
          <a:xfrm xmlns:a="http://schemas.openxmlformats.org/drawingml/2006/main">
            <a:off x="558800" y="5969000"/>
            <a:ext cx="110744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ctr">
              <a:buNone/>
            </a:pPr>
            <a:r>
              <a:rPr sz="1500">
                <a:solidFill>
                  <a:srgbClr val="596579"/>
                </a:solidFill>
                <a:latin typeface="Aptos"/>
                <a:ea typeface="Aptos"/>
                <a:cs typeface="Aptos"/>
              </a:rPr>
              <a:t>Preview uses the development environment; isolated DBs are for tests.</a:t>
            </a:r>
          </a:p>
        </p:txBody>
      </p:sp>
    </p:spTree>
    <p:extLst>
      <p:ext uri="{BB962C8B-B14F-4D97-AF65-F5344CB8AC3E}">
        <p14:creationId xmlns:p14="http://schemas.microsoft.com/office/powerpoint/2010/main" val="3624495561"/>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6B6FD398-8AC3-5EB8-96B3-3E41F2B2202F}"/>
              </a:ext>
            </a:extLst>
          </p:cNvPr>
          <p:cNvSpPr>
            <a:spLocks xmlns:a="http://schemas.openxmlformats.org/drawingml/2006/main" noGrp="1"/>
          </p:cNvSpPr>
          <p:nvPr/>
        </p:nvSpPr>
        <p:spPr>
          <a:xfrm xmlns:a="http://schemas.openxmlformats.org/drawingml/2006/main">
            <a:off x="533400" y="393700"/>
            <a:ext cx="10668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3600" b="1">
                <a:solidFill>
                  <a:srgbClr val="0B1020"/>
                </a:solidFill>
                <a:latin typeface="Aptos Display"/>
                <a:ea typeface="Aptos Display"/>
                <a:cs typeface="Aptos Display"/>
              </a:rPr>
              <a:t>Not every task needs to start in Asana.</a:t>
            </a:r>
          </a:p>
        </p:txBody>
      </p:sp>
      <p:sp>
        <p:nvSpPr>
          <p:cNvPr id="3" name="TextBox 2">
            <a:extLst xmlns:a="http://schemas.openxmlformats.org/drawingml/2006/main">
              <a:ext uri="{FF2B5EF4-FFF2-40B4-BE49-F238E27FC236}">
                <a16:creationId xmlns:a16="http://schemas.microsoft.com/office/drawing/2014/main" id="{B238C1B9-A01B-5729-3A58-48464C9E6FDF}"/>
              </a:ext>
            </a:extLst>
          </p:cNvPr>
          <p:cNvSpPr>
            <a:spLocks xmlns:a="http://schemas.openxmlformats.org/drawingml/2006/main" noGrp="1"/>
          </p:cNvSpPr>
          <p:nvPr/>
        </p:nvSpPr>
        <p:spPr>
          <a:xfrm xmlns:a="http://schemas.openxmlformats.org/drawingml/2006/main">
            <a:off x="11366500" y="444500"/>
            <a:ext cx="304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r">
              <a:buNone/>
            </a:pPr>
            <a:r>
              <a:rPr sz="1000">
                <a:solidFill>
                  <a:srgbClr val="596579"/>
                </a:solidFill>
                <a:latin typeface="Aptos"/>
                <a:ea typeface="Aptos"/>
                <a:cs typeface="Aptos"/>
              </a:rPr>
              <a:t>7</a:t>
            </a:r>
          </a:p>
        </p:txBody>
      </p:sp>
      <p:sp>
        <p:nvSpPr>
          <p:cNvPr id="4" name="TextBox 3">
            <a:extLst xmlns:a="http://schemas.openxmlformats.org/drawingml/2006/main">
              <a:ext uri="{FF2B5EF4-FFF2-40B4-BE49-F238E27FC236}">
                <a16:creationId xmlns:a16="http://schemas.microsoft.com/office/drawing/2014/main" id="{1B9CCDB4-62FD-1456-2C26-9F1E5C633107}"/>
              </a:ext>
            </a:extLst>
          </p:cNvPr>
          <p:cNvSpPr>
            <a:spLocks xmlns:a="http://schemas.openxmlformats.org/drawingml/2006/main" noGrp="1"/>
          </p:cNvSpPr>
          <p:nvPr/>
        </p:nvSpPr>
        <p:spPr>
          <a:xfrm xmlns:a="http://schemas.openxmlformats.org/drawingml/2006/main">
            <a:off x="558800" y="1193800"/>
            <a:ext cx="8255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a:solidFill>
                  <a:srgbClr val="596579"/>
                </a:solidFill>
                <a:latin typeface="Aptos"/>
                <a:ea typeface="Aptos"/>
                <a:cs typeface="Aptos"/>
              </a:rPr>
              <a:t>A blank worker can become the intake surface.</a:t>
            </a:r>
          </a:p>
        </p:txBody>
      </p:sp>
      <p:sp>
        <p:nvSpPr>
          <p:cNvPr id="5" name="Straight Connector 4">
            <a:extLst xmlns:a="http://schemas.openxmlformats.org/drawingml/2006/main">
              <a:ext uri="{FF2B5EF4-FFF2-40B4-BE49-F238E27FC236}">
                <a16:creationId xmlns:a16="http://schemas.microsoft.com/office/drawing/2014/main" id="{C7FDB460-17D1-4A7E-B6DD-5C5F2D9A9D85}"/>
              </a:ext>
            </a:extLst>
          </p:cNvPr>
          <p:cNvSpPr>
            <a:spLocks xmlns:a="http://schemas.openxmlformats.org/drawingml/2006/main" noGrp="1"/>
          </p:cNvSpPr>
          <p:nvPr/>
        </p:nvSpPr>
        <p:spPr>
          <a:xfrm xmlns:a="http://schemas.openxmlformats.org/drawingml/2006/main">
            <a:off x="2895600" y="3352800"/>
            <a:ext cx="1244600" cy="0"/>
          </a:xfrm>
          <a:prstGeom xmlns:a="http://schemas.openxmlformats.org/drawingml/2006/main" prst="line">
            <a:avLst/>
          </a:prstGeom>
          <a:ln xmlns:a="http://schemas.openxmlformats.org/drawingml/2006/main" w="25400">
            <a:solidFill>
              <a:srgbClr val="BCC7D6"/>
            </a:solidFill>
            <a:tailEnd type="triangle"/>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6" name="Straight Connector 5">
            <a:extLst xmlns:a="http://schemas.openxmlformats.org/drawingml/2006/main">
              <a:ext uri="{FF2B5EF4-FFF2-40B4-BE49-F238E27FC236}">
                <a16:creationId xmlns:a16="http://schemas.microsoft.com/office/drawing/2014/main" id="{55EB08ED-4580-4000-B3CD-9B0838D4E6E9}"/>
              </a:ext>
            </a:extLst>
          </p:cNvPr>
          <p:cNvSpPr>
            <a:spLocks xmlns:a="http://schemas.openxmlformats.org/drawingml/2006/main" noGrp="1"/>
          </p:cNvSpPr>
          <p:nvPr/>
        </p:nvSpPr>
        <p:spPr>
          <a:xfrm xmlns:a="http://schemas.openxmlformats.org/drawingml/2006/main">
            <a:off x="6578600" y="3352800"/>
            <a:ext cx="1244600" cy="0"/>
          </a:xfrm>
          <a:prstGeom xmlns:a="http://schemas.openxmlformats.org/drawingml/2006/main" prst="line">
            <a:avLst/>
          </a:prstGeom>
          <a:ln xmlns:a="http://schemas.openxmlformats.org/drawingml/2006/main" w="25400">
            <a:solidFill>
              <a:srgbClr val="BCC7D6"/>
            </a:solidFill>
            <a:tailEnd type="triangle"/>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7" name="Rectangle: Rounded Corners 6">
            <a:extLst xmlns:a="http://schemas.openxmlformats.org/drawingml/2006/main">
              <a:ext uri="{FF2B5EF4-FFF2-40B4-BE49-F238E27FC236}">
                <a16:creationId xmlns:a16="http://schemas.microsoft.com/office/drawing/2014/main" id="{C709EDA1-DED2-5844-EE6E-523A8BFA917F}"/>
              </a:ext>
            </a:extLst>
          </p:cNvPr>
          <p:cNvSpPr>
            <a:spLocks xmlns:a="http://schemas.openxmlformats.org/drawingml/2006/main" noGrp="1"/>
          </p:cNvSpPr>
          <p:nvPr/>
        </p:nvSpPr>
        <p:spPr>
          <a:xfrm xmlns:a="http://schemas.openxmlformats.org/drawingml/2006/main">
            <a:off x="609600" y="2222500"/>
            <a:ext cx="3556000" cy="2311400"/>
          </a:xfrm>
          <a:prstGeom xmlns:a="http://schemas.openxmlformats.org/drawingml/2006/main" prst="roundRect">
            <a:avLst/>
          </a:prstGeom>
          <a:solidFill xmlns:a="http://schemas.openxmlformats.org/drawingml/2006/main">
            <a:srgbClr val="DDF6EC"/>
          </a:solidFill>
          <a:ln xmlns:a="http://schemas.openxmlformats.org/drawingml/2006/main" w="10160">
            <a:solidFill>
              <a:srgbClr val="BCC7D6"/>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TextBox 7">
            <a:extLst xmlns:a="http://schemas.openxmlformats.org/drawingml/2006/main">
              <a:ext uri="{FF2B5EF4-FFF2-40B4-BE49-F238E27FC236}">
                <a16:creationId xmlns:a16="http://schemas.microsoft.com/office/drawing/2014/main" id="{ED1379E0-E296-26F6-8261-3324728096CF}"/>
              </a:ext>
            </a:extLst>
          </p:cNvPr>
          <p:cNvSpPr>
            <a:spLocks xmlns:a="http://schemas.openxmlformats.org/drawingml/2006/main" noGrp="1"/>
          </p:cNvSpPr>
          <p:nvPr/>
        </p:nvSpPr>
        <p:spPr>
          <a:xfrm xmlns:a="http://schemas.openxmlformats.org/drawingml/2006/main">
            <a:off x="863600" y="2463800"/>
            <a:ext cx="508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400" b="1">
                <a:solidFill>
                  <a:srgbClr val="596579"/>
                </a:solidFill>
                <a:latin typeface="Cascadia Mono"/>
                <a:ea typeface="Cascadia Mono"/>
                <a:cs typeface="Cascadia Mono"/>
              </a:rPr>
              <a:t>01</a:t>
            </a:r>
          </a:p>
        </p:txBody>
      </p:sp>
      <p:sp>
        <p:nvSpPr>
          <p:cNvPr id="9" name="TextBox 8">
            <a:extLst xmlns:a="http://schemas.openxmlformats.org/drawingml/2006/main">
              <a:ext uri="{FF2B5EF4-FFF2-40B4-BE49-F238E27FC236}">
                <a16:creationId xmlns:a16="http://schemas.microsoft.com/office/drawing/2014/main" id="{6E04FB14-FD5C-9E80-8513-0E43E21469A2}"/>
              </a:ext>
            </a:extLst>
          </p:cNvPr>
          <p:cNvSpPr>
            <a:spLocks xmlns:a="http://schemas.openxmlformats.org/drawingml/2006/main" noGrp="1"/>
          </p:cNvSpPr>
          <p:nvPr/>
        </p:nvSpPr>
        <p:spPr>
          <a:xfrm xmlns:a="http://schemas.openxmlformats.org/drawingml/2006/main">
            <a:off x="863600" y="3009900"/>
            <a:ext cx="3048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500" b="1">
                <a:solidFill>
                  <a:srgbClr val="0B1020"/>
                </a:solidFill>
                <a:latin typeface="Cascadia Mono"/>
                <a:ea typeface="Cascadia Mono"/>
                <a:cs typeface="Cascadia Mono"/>
              </a:rPr>
              <a:t>factory new</a:t>
            </a:r>
          </a:p>
        </p:txBody>
      </p:sp>
      <p:sp>
        <p:nvSpPr>
          <p:cNvPr id="10" name="TextBox 9">
            <a:extLst xmlns:a="http://schemas.openxmlformats.org/drawingml/2006/main">
              <a:ext uri="{FF2B5EF4-FFF2-40B4-BE49-F238E27FC236}">
                <a16:creationId xmlns:a16="http://schemas.microsoft.com/office/drawing/2014/main" id="{5CDD30AC-788D-56F5-6B0B-214B41BA1F4D}"/>
              </a:ext>
            </a:extLst>
          </p:cNvPr>
          <p:cNvSpPr>
            <a:spLocks xmlns:a="http://schemas.openxmlformats.org/drawingml/2006/main" noGrp="1"/>
          </p:cNvSpPr>
          <p:nvPr/>
        </p:nvSpPr>
        <p:spPr>
          <a:xfrm xmlns:a="http://schemas.openxmlformats.org/drawingml/2006/main">
            <a:off x="863600" y="3670300"/>
            <a:ext cx="2997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b="1">
                <a:solidFill>
                  <a:srgbClr val="0B1020"/>
                </a:solidFill>
                <a:latin typeface="Aptos"/>
                <a:ea typeface="Aptos"/>
                <a:cs typeface="Aptos"/>
              </a:rPr>
              <a:t>Create a blank interactive task</a:t>
            </a:r>
          </a:p>
        </p:txBody>
      </p:sp>
      <p:sp>
        <p:nvSpPr>
          <p:cNvPr id="11" name="Rectangle: Rounded Corners 10">
            <a:extLst xmlns:a="http://schemas.openxmlformats.org/drawingml/2006/main">
              <a:ext uri="{FF2B5EF4-FFF2-40B4-BE49-F238E27FC236}">
                <a16:creationId xmlns:a16="http://schemas.microsoft.com/office/drawing/2014/main" id="{6B78D7C2-078B-A458-10C0-884CC6C57AA9}"/>
              </a:ext>
            </a:extLst>
          </p:cNvPr>
          <p:cNvSpPr>
            <a:spLocks xmlns:a="http://schemas.openxmlformats.org/drawingml/2006/main" noGrp="1"/>
          </p:cNvSpPr>
          <p:nvPr/>
        </p:nvSpPr>
        <p:spPr>
          <a:xfrm xmlns:a="http://schemas.openxmlformats.org/drawingml/2006/main">
            <a:off x="4292600" y="2222500"/>
            <a:ext cx="3556000" cy="2311400"/>
          </a:xfrm>
          <a:prstGeom xmlns:a="http://schemas.openxmlformats.org/drawingml/2006/main" prst="roundRect">
            <a:avLst/>
          </a:prstGeom>
          <a:solidFill xmlns:a="http://schemas.openxmlformats.org/drawingml/2006/main">
            <a:srgbClr val="D8E9FF"/>
          </a:solidFill>
          <a:ln xmlns:a="http://schemas.openxmlformats.org/drawingml/2006/main" w="10160">
            <a:solidFill>
              <a:srgbClr val="BCC7D6"/>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TextBox 11">
            <a:extLst xmlns:a="http://schemas.openxmlformats.org/drawingml/2006/main">
              <a:ext uri="{FF2B5EF4-FFF2-40B4-BE49-F238E27FC236}">
                <a16:creationId xmlns:a16="http://schemas.microsoft.com/office/drawing/2014/main" id="{B21C8F54-1A4F-67AB-B68B-7BC561145C78}"/>
              </a:ext>
            </a:extLst>
          </p:cNvPr>
          <p:cNvSpPr>
            <a:spLocks xmlns:a="http://schemas.openxmlformats.org/drawingml/2006/main" noGrp="1"/>
          </p:cNvSpPr>
          <p:nvPr/>
        </p:nvSpPr>
        <p:spPr>
          <a:xfrm xmlns:a="http://schemas.openxmlformats.org/drawingml/2006/main">
            <a:off x="4546600" y="2463800"/>
            <a:ext cx="508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400" b="1">
                <a:solidFill>
                  <a:srgbClr val="596579"/>
                </a:solidFill>
                <a:latin typeface="Cascadia Mono"/>
                <a:ea typeface="Cascadia Mono"/>
                <a:cs typeface="Cascadia Mono"/>
              </a:rPr>
              <a:t>02</a:t>
            </a:r>
          </a:p>
        </p:txBody>
      </p:sp>
      <p:sp>
        <p:nvSpPr>
          <p:cNvPr id="13" name="TextBox 12">
            <a:extLst xmlns:a="http://schemas.openxmlformats.org/drawingml/2006/main">
              <a:ext uri="{FF2B5EF4-FFF2-40B4-BE49-F238E27FC236}">
                <a16:creationId xmlns:a16="http://schemas.microsoft.com/office/drawing/2014/main" id="{029E9A25-81D3-C101-FF3C-202844E538E3}"/>
              </a:ext>
            </a:extLst>
          </p:cNvPr>
          <p:cNvSpPr>
            <a:spLocks xmlns:a="http://schemas.openxmlformats.org/drawingml/2006/main" noGrp="1"/>
          </p:cNvSpPr>
          <p:nvPr/>
        </p:nvSpPr>
        <p:spPr>
          <a:xfrm xmlns:a="http://schemas.openxmlformats.org/drawingml/2006/main">
            <a:off x="4546600" y="3009900"/>
            <a:ext cx="3048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500" b="1">
                <a:solidFill>
                  <a:srgbClr val="0B1020"/>
                </a:solidFill>
                <a:latin typeface="Cascadia Mono"/>
                <a:ea typeface="Cascadia Mono"/>
                <a:cs typeface="Cascadia Mono"/>
              </a:rPr>
              <a:t>factory chat local:…</a:t>
            </a:r>
          </a:p>
        </p:txBody>
      </p:sp>
      <p:sp>
        <p:nvSpPr>
          <p:cNvPr id="14" name="TextBox 13">
            <a:extLst xmlns:a="http://schemas.openxmlformats.org/drawingml/2006/main">
              <a:ext uri="{FF2B5EF4-FFF2-40B4-BE49-F238E27FC236}">
                <a16:creationId xmlns:a16="http://schemas.microsoft.com/office/drawing/2014/main" id="{3F35F0DE-D46F-08C3-5EEE-ED892A85248B}"/>
              </a:ext>
            </a:extLst>
          </p:cNvPr>
          <p:cNvSpPr>
            <a:spLocks xmlns:a="http://schemas.openxmlformats.org/drawingml/2006/main" noGrp="1"/>
          </p:cNvSpPr>
          <p:nvPr/>
        </p:nvSpPr>
        <p:spPr>
          <a:xfrm xmlns:a="http://schemas.openxmlformats.org/drawingml/2006/main">
            <a:off x="4546600" y="3670300"/>
            <a:ext cx="2997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b="1">
                <a:solidFill>
                  <a:srgbClr val="0B1020"/>
                </a:solidFill>
                <a:latin typeface="Aptos"/>
                <a:ea typeface="Aptos"/>
                <a:cs typeface="Aptos"/>
              </a:rPr>
              <a:t>Open the worker conversation</a:t>
            </a:r>
          </a:p>
        </p:txBody>
      </p:sp>
      <p:sp>
        <p:nvSpPr>
          <p:cNvPr id="15" name="Rectangle: Rounded Corners 14">
            <a:extLst xmlns:a="http://schemas.openxmlformats.org/drawingml/2006/main">
              <a:ext uri="{FF2B5EF4-FFF2-40B4-BE49-F238E27FC236}">
                <a16:creationId xmlns:a16="http://schemas.microsoft.com/office/drawing/2014/main" id="{7787C85A-B630-3AA9-F886-A1E6E0A7769F}"/>
              </a:ext>
            </a:extLst>
          </p:cNvPr>
          <p:cNvSpPr>
            <a:spLocks xmlns:a="http://schemas.openxmlformats.org/drawingml/2006/main" noGrp="1"/>
          </p:cNvSpPr>
          <p:nvPr/>
        </p:nvSpPr>
        <p:spPr>
          <a:xfrm xmlns:a="http://schemas.openxmlformats.org/drawingml/2006/main">
            <a:off x="7975600" y="2222500"/>
            <a:ext cx="3556000" cy="2311400"/>
          </a:xfrm>
          <a:prstGeom xmlns:a="http://schemas.openxmlformats.org/drawingml/2006/main" prst="roundRect">
            <a:avLst/>
          </a:prstGeom>
          <a:solidFill xmlns:a="http://schemas.openxmlformats.org/drawingml/2006/main">
            <a:srgbClr val="FFF0CE"/>
          </a:solidFill>
          <a:ln xmlns:a="http://schemas.openxmlformats.org/drawingml/2006/main" w="10160">
            <a:solidFill>
              <a:srgbClr val="BCC7D6"/>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6" name="TextBox 15">
            <a:extLst xmlns:a="http://schemas.openxmlformats.org/drawingml/2006/main">
              <a:ext uri="{FF2B5EF4-FFF2-40B4-BE49-F238E27FC236}">
                <a16:creationId xmlns:a16="http://schemas.microsoft.com/office/drawing/2014/main" id="{1A6FED61-0257-0222-7656-FEA2614CE966}"/>
              </a:ext>
            </a:extLst>
          </p:cNvPr>
          <p:cNvSpPr>
            <a:spLocks xmlns:a="http://schemas.openxmlformats.org/drawingml/2006/main" noGrp="1"/>
          </p:cNvSpPr>
          <p:nvPr/>
        </p:nvSpPr>
        <p:spPr>
          <a:xfrm xmlns:a="http://schemas.openxmlformats.org/drawingml/2006/main">
            <a:off x="8229600" y="2463800"/>
            <a:ext cx="508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400" b="1">
                <a:solidFill>
                  <a:srgbClr val="596579"/>
                </a:solidFill>
                <a:latin typeface="Cascadia Mono"/>
                <a:ea typeface="Cascadia Mono"/>
                <a:cs typeface="Cascadia Mono"/>
              </a:rPr>
              <a:t>03</a:t>
            </a:r>
          </a:p>
        </p:txBody>
      </p:sp>
      <p:sp>
        <p:nvSpPr>
          <p:cNvPr id="17" name="TextBox 16">
            <a:extLst xmlns:a="http://schemas.openxmlformats.org/drawingml/2006/main">
              <a:ext uri="{FF2B5EF4-FFF2-40B4-BE49-F238E27FC236}">
                <a16:creationId xmlns:a16="http://schemas.microsoft.com/office/drawing/2014/main" id="{D8891378-7703-5A96-05CB-298C62CDF73B}"/>
              </a:ext>
            </a:extLst>
          </p:cNvPr>
          <p:cNvSpPr>
            <a:spLocks xmlns:a="http://schemas.openxmlformats.org/drawingml/2006/main" noGrp="1"/>
          </p:cNvSpPr>
          <p:nvPr/>
        </p:nvSpPr>
        <p:spPr>
          <a:xfrm xmlns:a="http://schemas.openxmlformats.org/drawingml/2006/main">
            <a:off x="8229600" y="3009900"/>
            <a:ext cx="3048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500" b="1">
                <a:solidFill>
                  <a:srgbClr val="0B1020"/>
                </a:solidFill>
                <a:latin typeface="Cascadia Mono"/>
                <a:ea typeface="Cascadia Mono"/>
                <a:cs typeface="Cascadia Mono"/>
              </a:rPr>
              <a:t>github.com/…/issues/123</a:t>
            </a:r>
          </a:p>
        </p:txBody>
      </p:sp>
      <p:sp>
        <p:nvSpPr>
          <p:cNvPr id="18" name="TextBox 17">
            <a:extLst xmlns:a="http://schemas.openxmlformats.org/drawingml/2006/main">
              <a:ext uri="{FF2B5EF4-FFF2-40B4-BE49-F238E27FC236}">
                <a16:creationId xmlns:a16="http://schemas.microsoft.com/office/drawing/2014/main" id="{50A1CAF6-BD42-EF96-53E2-AE5FBD46F4EA}"/>
              </a:ext>
            </a:extLst>
          </p:cNvPr>
          <p:cNvSpPr>
            <a:spLocks xmlns:a="http://schemas.openxmlformats.org/drawingml/2006/main" noGrp="1"/>
          </p:cNvSpPr>
          <p:nvPr/>
        </p:nvSpPr>
        <p:spPr>
          <a:xfrm xmlns:a="http://schemas.openxmlformats.org/drawingml/2006/main">
            <a:off x="8229600" y="3670300"/>
            <a:ext cx="2997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b="1">
                <a:solidFill>
                  <a:srgbClr val="0B1020"/>
                </a:solidFill>
                <a:latin typeface="Aptos"/>
                <a:ea typeface="Aptos"/>
                <a:cs typeface="Aptos"/>
              </a:rPr>
              <a:t>Paste the issue and refine the plan</a:t>
            </a:r>
          </a:p>
        </p:txBody>
      </p:sp>
      <p:sp>
        <p:nvSpPr>
          <p:cNvPr id="19" name="Rectangle: Rounded Corners 18">
            <a:extLst xmlns:a="http://schemas.openxmlformats.org/drawingml/2006/main">
              <a:ext uri="{FF2B5EF4-FFF2-40B4-BE49-F238E27FC236}">
                <a16:creationId xmlns:a16="http://schemas.microsoft.com/office/drawing/2014/main" id="{98D71FD3-9DA7-9E71-24F6-BF76CFF36A92}"/>
              </a:ext>
            </a:extLst>
          </p:cNvPr>
          <p:cNvSpPr>
            <a:spLocks xmlns:a="http://schemas.openxmlformats.org/drawingml/2006/main" noGrp="1"/>
          </p:cNvSpPr>
          <p:nvPr/>
        </p:nvSpPr>
        <p:spPr>
          <a:xfrm xmlns:a="http://schemas.openxmlformats.org/drawingml/2006/main">
            <a:off x="609600" y="5054600"/>
            <a:ext cx="10922000" cy="939800"/>
          </a:xfrm>
          <a:prstGeom xmlns:a="http://schemas.openxmlformats.org/drawingml/2006/main" prst="roundRect">
            <a:avLst/>
          </a:prstGeom>
          <a:solidFill xmlns:a="http://schemas.openxmlformats.org/drawingml/2006/main">
            <a:srgbClr val="FFFFFF"/>
          </a:solidFill>
          <a:ln xmlns:a="http://schemas.openxmlformats.org/drawingml/2006/main" w="10160">
            <a:solidFill>
              <a:srgbClr val="BCC7D6"/>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0" name="TextBox 19">
            <a:extLst xmlns:a="http://schemas.openxmlformats.org/drawingml/2006/main">
              <a:ext uri="{FF2B5EF4-FFF2-40B4-BE49-F238E27FC236}">
                <a16:creationId xmlns:a16="http://schemas.microsoft.com/office/drawing/2014/main" id="{39D5C05C-4E65-7882-FAF0-52C7AF389910}"/>
              </a:ext>
            </a:extLst>
          </p:cNvPr>
          <p:cNvSpPr>
            <a:spLocks xmlns:a="http://schemas.openxmlformats.org/drawingml/2006/main" noGrp="1"/>
          </p:cNvSpPr>
          <p:nvPr/>
        </p:nvSpPr>
        <p:spPr>
          <a:xfrm xmlns:a="http://schemas.openxmlformats.org/drawingml/2006/main">
            <a:off x="889000" y="5346700"/>
            <a:ext cx="7874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400" b="1">
                <a:solidFill>
                  <a:srgbClr val="596579"/>
                </a:solidFill>
                <a:latin typeface="Aptos"/>
                <a:ea typeface="Aptos"/>
                <a:cs typeface="Aptos"/>
              </a:rPr>
              <a:t>Also:</a:t>
            </a:r>
          </a:p>
        </p:txBody>
      </p:sp>
      <p:sp>
        <p:nvSpPr>
          <p:cNvPr id="21" name="TextBox 20">
            <a:extLst xmlns:a="http://schemas.openxmlformats.org/drawingml/2006/main">
              <a:ext uri="{FF2B5EF4-FFF2-40B4-BE49-F238E27FC236}">
                <a16:creationId xmlns:a16="http://schemas.microsoft.com/office/drawing/2014/main" id="{9E0D2064-9B7D-EE9E-AE2C-09BD067F5232}"/>
              </a:ext>
            </a:extLst>
          </p:cNvPr>
          <p:cNvSpPr>
            <a:spLocks xmlns:a="http://schemas.openxmlformats.org/drawingml/2006/main" noGrp="1"/>
          </p:cNvSpPr>
          <p:nvPr/>
        </p:nvSpPr>
        <p:spPr>
          <a:xfrm xmlns:a="http://schemas.openxmlformats.org/drawingml/2006/main">
            <a:off x="1816100" y="5346700"/>
            <a:ext cx="2286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400" b="1">
                <a:solidFill>
                  <a:srgbClr val="0B1020"/>
                </a:solidFill>
                <a:latin typeface="Cascadia Mono"/>
                <a:ea typeface="Cascadia Mono"/>
                <a:cs typeface="Cascadia Mono"/>
              </a:rPr>
              <a:t>factory new "task"</a:t>
            </a:r>
          </a:p>
        </p:txBody>
      </p:sp>
      <p:sp>
        <p:nvSpPr>
          <p:cNvPr id="22" name="TextBox 21">
            <a:extLst xmlns:a="http://schemas.openxmlformats.org/drawingml/2006/main">
              <a:ext uri="{FF2B5EF4-FFF2-40B4-BE49-F238E27FC236}">
                <a16:creationId xmlns:a16="http://schemas.microsoft.com/office/drawing/2014/main" id="{A5E7F9CD-57F6-D8E5-6A8A-95C14E266E57}"/>
              </a:ext>
            </a:extLst>
          </p:cNvPr>
          <p:cNvSpPr>
            <a:spLocks xmlns:a="http://schemas.openxmlformats.org/drawingml/2006/main" noGrp="1"/>
          </p:cNvSpPr>
          <p:nvPr/>
        </p:nvSpPr>
        <p:spPr>
          <a:xfrm xmlns:a="http://schemas.openxmlformats.org/drawingml/2006/main">
            <a:off x="4165600" y="5346700"/>
            <a:ext cx="254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ctr">
              <a:buNone/>
            </a:pPr>
            <a:r>
              <a:rPr sz="1600" b="1">
                <a:solidFill>
                  <a:srgbClr val="BCC7D6"/>
                </a:solidFill>
                <a:latin typeface="Aptos"/>
                <a:ea typeface="Aptos"/>
                <a:cs typeface="Aptos"/>
              </a:rPr>
              <a:t>·</a:t>
            </a:r>
          </a:p>
        </p:txBody>
      </p:sp>
      <p:sp>
        <p:nvSpPr>
          <p:cNvPr id="23" name="TextBox 22">
            <a:extLst xmlns:a="http://schemas.openxmlformats.org/drawingml/2006/main">
              <a:ext uri="{FF2B5EF4-FFF2-40B4-BE49-F238E27FC236}">
                <a16:creationId xmlns:a16="http://schemas.microsoft.com/office/drawing/2014/main" id="{F7685701-51CC-63E6-97A0-AFA9A8A1DE13}"/>
              </a:ext>
            </a:extLst>
          </p:cNvPr>
          <p:cNvSpPr>
            <a:spLocks xmlns:a="http://schemas.openxmlformats.org/drawingml/2006/main" noGrp="1"/>
          </p:cNvSpPr>
          <p:nvPr/>
        </p:nvSpPr>
        <p:spPr>
          <a:xfrm xmlns:a="http://schemas.openxmlformats.org/drawingml/2006/main">
            <a:off x="4521200" y="5346700"/>
            <a:ext cx="2921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400" b="1">
                <a:solidFill>
                  <a:srgbClr val="0B1020"/>
                </a:solidFill>
                <a:latin typeface="Cascadia Mono"/>
                <a:ea typeface="Cascadia Mono"/>
                <a:cs typeface="Cascadia Mono"/>
              </a:rPr>
              <a:t>factory new --auto "task"</a:t>
            </a:r>
          </a:p>
        </p:txBody>
      </p:sp>
      <p:sp>
        <p:nvSpPr>
          <p:cNvPr id="24" name="TextBox 23">
            <a:extLst xmlns:a="http://schemas.openxmlformats.org/drawingml/2006/main">
              <a:ext uri="{FF2B5EF4-FFF2-40B4-BE49-F238E27FC236}">
                <a16:creationId xmlns:a16="http://schemas.microsoft.com/office/drawing/2014/main" id="{A40305A1-4EA0-62D7-8CF7-055A3A31B8F4}"/>
              </a:ext>
            </a:extLst>
          </p:cNvPr>
          <p:cNvSpPr>
            <a:spLocks xmlns:a="http://schemas.openxmlformats.org/drawingml/2006/main" noGrp="1"/>
          </p:cNvSpPr>
          <p:nvPr/>
        </p:nvSpPr>
        <p:spPr>
          <a:xfrm xmlns:a="http://schemas.openxmlformats.org/drawingml/2006/main">
            <a:off x="7493000" y="5346700"/>
            <a:ext cx="254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ctr">
              <a:buNone/>
            </a:pPr>
            <a:r>
              <a:rPr sz="1600" b="1">
                <a:solidFill>
                  <a:srgbClr val="BCC7D6"/>
                </a:solidFill>
                <a:latin typeface="Aptos"/>
                <a:ea typeface="Aptos"/>
                <a:cs typeface="Aptos"/>
              </a:rPr>
              <a:t>·</a:t>
            </a:r>
          </a:p>
        </p:txBody>
      </p:sp>
      <p:sp>
        <p:nvSpPr>
          <p:cNvPr id="25" name="TextBox 24">
            <a:extLst xmlns:a="http://schemas.openxmlformats.org/drawingml/2006/main">
              <a:ext uri="{FF2B5EF4-FFF2-40B4-BE49-F238E27FC236}">
                <a16:creationId xmlns:a16="http://schemas.microsoft.com/office/drawing/2014/main" id="{CFB0733C-7600-F1A3-AAEF-EED3649E2C52}"/>
              </a:ext>
            </a:extLst>
          </p:cNvPr>
          <p:cNvSpPr>
            <a:spLocks xmlns:a="http://schemas.openxmlformats.org/drawingml/2006/main" noGrp="1"/>
          </p:cNvSpPr>
          <p:nvPr/>
        </p:nvSpPr>
        <p:spPr>
          <a:xfrm xmlns:a="http://schemas.openxmlformats.org/drawingml/2006/main">
            <a:off x="7874000" y="5346700"/>
            <a:ext cx="3251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400" b="1">
                <a:solidFill>
                  <a:srgbClr val="0B1020"/>
                </a:solidFill>
                <a:latin typeface="Cascadia Mono"/>
                <a:ea typeface="Cascadia Mono"/>
                <a:cs typeface="Cascadia Mono"/>
              </a:rPr>
              <a:t>factory add --file task.json</a:t>
            </a:r>
          </a:p>
        </p:txBody>
      </p:sp>
      <p:sp>
        <p:nvSpPr>
          <p:cNvPr id="26" name="TextBox 25">
            <a:extLst xmlns:a="http://schemas.openxmlformats.org/drawingml/2006/main">
              <a:ext uri="{FF2B5EF4-FFF2-40B4-BE49-F238E27FC236}">
                <a16:creationId xmlns:a16="http://schemas.microsoft.com/office/drawing/2014/main" id="{281D9463-D9F2-640D-8475-83B2278A6357}"/>
              </a:ext>
            </a:extLst>
          </p:cNvPr>
          <p:cNvSpPr>
            <a:spLocks xmlns:a="http://schemas.openxmlformats.org/drawingml/2006/main" noGrp="1"/>
          </p:cNvSpPr>
          <p:nvPr/>
        </p:nvSpPr>
        <p:spPr>
          <a:xfrm xmlns:a="http://schemas.openxmlformats.org/drawingml/2006/main">
            <a:off x="609600" y="6248400"/>
            <a:ext cx="10922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ctr">
              <a:buNone/>
            </a:pPr>
            <a:r>
              <a:rPr sz="1300">
                <a:solidFill>
                  <a:srgbClr val="596579"/>
                </a:solidFill>
                <a:latin typeface="Aptos"/>
                <a:ea typeface="Aptos"/>
                <a:cs typeface="Aptos"/>
              </a:rPr>
              <a:t>GitHub is conversational input here — not a dedicated intake adapter.</a:t>
            </a:r>
          </a:p>
        </p:txBody>
      </p:sp>
    </p:spTree>
    <p:extLst>
      <p:ext uri="{BB962C8B-B14F-4D97-AF65-F5344CB8AC3E}">
        <p14:creationId xmlns:p14="http://schemas.microsoft.com/office/powerpoint/2010/main" val="1485614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B2F8DB22-AC3D-3F60-0170-EF97B337B317}"/>
              </a:ext>
            </a:extLst>
          </p:cNvPr>
          <p:cNvSpPr>
            <a:spLocks xmlns:a="http://schemas.openxmlformats.org/drawingml/2006/main" noGrp="1"/>
          </p:cNvSpPr>
          <p:nvPr/>
        </p:nvSpPr>
        <p:spPr>
          <a:xfrm xmlns:a="http://schemas.openxmlformats.org/drawingml/2006/main">
            <a:off x="533400" y="393700"/>
            <a:ext cx="10668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3600" b="1">
                <a:solidFill>
                  <a:srgbClr val="0B1020"/>
                </a:solidFill>
                <a:latin typeface="Aptos Display"/>
                <a:ea typeface="Aptos Display"/>
                <a:cs typeface="Aptos Display"/>
              </a:rPr>
              <a:t>Queue agents. Schedule environments.</a:t>
            </a:r>
          </a:p>
        </p:txBody>
      </p:sp>
      <p:sp>
        <p:nvSpPr>
          <p:cNvPr id="3" name="TextBox 2">
            <a:extLst xmlns:a="http://schemas.openxmlformats.org/drawingml/2006/main">
              <a:ext uri="{FF2B5EF4-FFF2-40B4-BE49-F238E27FC236}">
                <a16:creationId xmlns:a16="http://schemas.microsoft.com/office/drawing/2014/main" id="{6C94886A-1C3E-E218-3B0B-B98C5077AA66}"/>
              </a:ext>
            </a:extLst>
          </p:cNvPr>
          <p:cNvSpPr>
            <a:spLocks xmlns:a="http://schemas.openxmlformats.org/drawingml/2006/main" noGrp="1"/>
          </p:cNvSpPr>
          <p:nvPr/>
        </p:nvSpPr>
        <p:spPr>
          <a:xfrm xmlns:a="http://schemas.openxmlformats.org/drawingml/2006/main">
            <a:off x="11366500" y="444500"/>
            <a:ext cx="304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r">
              <a:buNone/>
            </a:pPr>
            <a:r>
              <a:rPr sz="1000">
                <a:solidFill>
                  <a:srgbClr val="596579"/>
                </a:solidFill>
                <a:latin typeface="Aptos"/>
                <a:ea typeface="Aptos"/>
                <a:cs typeface="Aptos"/>
              </a:rPr>
              <a:t>8</a:t>
            </a:r>
          </a:p>
        </p:txBody>
      </p:sp>
      <p:sp>
        <p:nvSpPr>
          <p:cNvPr id="4" name="Straight Connector 3">
            <a:extLst xmlns:a="http://schemas.openxmlformats.org/drawingml/2006/main">
              <a:ext uri="{FF2B5EF4-FFF2-40B4-BE49-F238E27FC236}">
                <a16:creationId xmlns:a16="http://schemas.microsoft.com/office/drawing/2014/main" id="{A1B341DF-00B1-4EE0-A682-2AF0563074FD}"/>
              </a:ext>
            </a:extLst>
          </p:cNvPr>
          <p:cNvSpPr>
            <a:spLocks xmlns:a="http://schemas.openxmlformats.org/drawingml/2006/main" noGrp="1"/>
          </p:cNvSpPr>
          <p:nvPr/>
        </p:nvSpPr>
        <p:spPr>
          <a:xfrm xmlns:a="http://schemas.openxmlformats.org/drawingml/2006/main" flipH="1">
            <a:off x="3048000" y="2463800"/>
            <a:ext cx="3048000" cy="1066800"/>
          </a:xfrm>
          <a:prstGeom xmlns:a="http://schemas.openxmlformats.org/drawingml/2006/main" prst="line">
            <a:avLst/>
          </a:prstGeom>
          <a:ln xmlns:a="http://schemas.openxmlformats.org/drawingml/2006/main" w="22860">
            <a:solidFill>
              <a:srgbClr val="BCC7D6"/>
            </a:solidFill>
            <a:tailEnd type="triangle"/>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5" name="Straight Connector 4">
            <a:extLst xmlns:a="http://schemas.openxmlformats.org/drawingml/2006/main">
              <a:ext uri="{FF2B5EF4-FFF2-40B4-BE49-F238E27FC236}">
                <a16:creationId xmlns:a16="http://schemas.microsoft.com/office/drawing/2014/main" id="{88DB8E98-4BD6-43B8-98B9-757A72E5DB07}"/>
              </a:ext>
            </a:extLst>
          </p:cNvPr>
          <p:cNvSpPr>
            <a:spLocks xmlns:a="http://schemas.openxmlformats.org/drawingml/2006/main" noGrp="1"/>
          </p:cNvSpPr>
          <p:nvPr/>
        </p:nvSpPr>
        <p:spPr>
          <a:xfrm xmlns:a="http://schemas.openxmlformats.org/drawingml/2006/main" flipH="1">
            <a:off x="6019800" y="2463800"/>
            <a:ext cx="76200" cy="1066800"/>
          </a:xfrm>
          <a:prstGeom xmlns:a="http://schemas.openxmlformats.org/drawingml/2006/main" prst="line">
            <a:avLst/>
          </a:prstGeom>
          <a:ln xmlns:a="http://schemas.openxmlformats.org/drawingml/2006/main" w="22860">
            <a:solidFill>
              <a:srgbClr val="BCC7D6"/>
            </a:solidFill>
            <a:tailEnd type="triangle"/>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6" name="Straight Connector 5">
            <a:extLst xmlns:a="http://schemas.openxmlformats.org/drawingml/2006/main">
              <a:ext uri="{FF2B5EF4-FFF2-40B4-BE49-F238E27FC236}">
                <a16:creationId xmlns:a16="http://schemas.microsoft.com/office/drawing/2014/main" id="{8DF7BB45-D887-4B98-B6BC-48CDF2625A34}"/>
              </a:ext>
            </a:extLst>
          </p:cNvPr>
          <p:cNvSpPr>
            <a:spLocks xmlns:a="http://schemas.openxmlformats.org/drawingml/2006/main" noGrp="1"/>
          </p:cNvSpPr>
          <p:nvPr/>
        </p:nvSpPr>
        <p:spPr>
          <a:xfrm xmlns:a="http://schemas.openxmlformats.org/drawingml/2006/main">
            <a:off x="6096000" y="2463800"/>
            <a:ext cx="2895600" cy="1066800"/>
          </a:xfrm>
          <a:prstGeom xmlns:a="http://schemas.openxmlformats.org/drawingml/2006/main" prst="line">
            <a:avLst/>
          </a:prstGeom>
          <a:ln xmlns:a="http://schemas.openxmlformats.org/drawingml/2006/main" w="22860">
            <a:solidFill>
              <a:srgbClr val="BCC7D6"/>
            </a:solidFill>
            <a:tailEnd type="triangle"/>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7" name="Rectangle: Rounded Corners 6">
            <a:extLst xmlns:a="http://schemas.openxmlformats.org/drawingml/2006/main">
              <a:ext uri="{FF2B5EF4-FFF2-40B4-BE49-F238E27FC236}">
                <a16:creationId xmlns:a16="http://schemas.microsoft.com/office/drawing/2014/main" id="{CA166CB1-D6B2-B185-B96D-F45A14B568CC}"/>
              </a:ext>
            </a:extLst>
          </p:cNvPr>
          <p:cNvSpPr>
            <a:spLocks xmlns:a="http://schemas.openxmlformats.org/drawingml/2006/main" noGrp="1"/>
          </p:cNvSpPr>
          <p:nvPr/>
        </p:nvSpPr>
        <p:spPr>
          <a:xfrm xmlns:a="http://schemas.openxmlformats.org/drawingml/2006/main">
            <a:off x="3886200" y="1485900"/>
            <a:ext cx="4419600" cy="990600"/>
          </a:xfrm>
          <a:prstGeom xmlns:a="http://schemas.openxmlformats.org/drawingml/2006/main" prst="roundRect">
            <a:avLst/>
          </a:prstGeom>
          <a:solidFill xmlns:a="http://schemas.openxmlformats.org/drawingml/2006/main">
            <a:srgbClr val="111827"/>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TextBox 7">
            <a:extLst xmlns:a="http://schemas.openxmlformats.org/drawingml/2006/main">
              <a:ext uri="{FF2B5EF4-FFF2-40B4-BE49-F238E27FC236}">
                <a16:creationId xmlns:a16="http://schemas.microsoft.com/office/drawing/2014/main" id="{C1B18BFA-C1E5-61D7-8EDC-D75ED7E406EC}"/>
              </a:ext>
            </a:extLst>
          </p:cNvPr>
          <p:cNvSpPr>
            <a:spLocks xmlns:a="http://schemas.openxmlformats.org/drawingml/2006/main" noGrp="1"/>
          </p:cNvSpPr>
          <p:nvPr/>
        </p:nvSpPr>
        <p:spPr>
          <a:xfrm xmlns:a="http://schemas.openxmlformats.org/drawingml/2006/main">
            <a:off x="4191000" y="1739900"/>
            <a:ext cx="3810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ctr">
            <a:noAutofit/>
          </a:bodyPr>
          <a:lstStyle xmlns:a="http://schemas.openxmlformats.org/drawingml/2006/main"/>
          <a:p xmlns:a="http://schemas.openxmlformats.org/drawingml/2006/main">
            <a:pPr algn="ctr">
              <a:buNone/>
            </a:pPr>
            <a:r>
              <a:rPr sz="2300" b="1">
                <a:solidFill>
                  <a:srgbClr val="FFFFFF"/>
                </a:solidFill>
                <a:latin typeface="Aptos"/>
                <a:ea typeface="Aptos"/>
                <a:cs typeface="Aptos"/>
              </a:rPr>
              <a:t>Factory queue + scheduler</a:t>
            </a:r>
          </a:p>
        </p:txBody>
      </p:sp>
      <p:sp>
        <p:nvSpPr>
          <p:cNvPr id="9" name="TextBox 8">
            <a:extLst xmlns:a="http://schemas.openxmlformats.org/drawingml/2006/main">
              <a:ext uri="{FF2B5EF4-FFF2-40B4-BE49-F238E27FC236}">
                <a16:creationId xmlns:a16="http://schemas.microsoft.com/office/drawing/2014/main" id="{0A4A7346-053D-2D65-2111-4D45CB61EE46}"/>
              </a:ext>
            </a:extLst>
          </p:cNvPr>
          <p:cNvSpPr>
            <a:spLocks xmlns:a="http://schemas.openxmlformats.org/drawingml/2006/main" noGrp="1"/>
          </p:cNvSpPr>
          <p:nvPr/>
        </p:nvSpPr>
        <p:spPr>
          <a:xfrm xmlns:a="http://schemas.openxmlformats.org/drawingml/2006/main">
            <a:off x="4191000" y="2146300"/>
            <a:ext cx="3810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ctr">
              <a:buNone/>
            </a:pPr>
            <a:r>
              <a:rPr sz="1100">
                <a:solidFill>
                  <a:srgbClr val="6DCBF4"/>
                </a:solidFill>
                <a:latin typeface="Cascadia Mono"/>
                <a:ea typeface="Cascadia Mono"/>
                <a:cs typeface="Cascadia Mono"/>
              </a:rPr>
              <a:t>deterministic · resource-aware</a:t>
            </a:r>
          </a:p>
        </p:txBody>
      </p:sp>
      <p:sp>
        <p:nvSpPr>
          <p:cNvPr id="10" name="Rectangle: Rounded Corners 9">
            <a:extLst xmlns:a="http://schemas.openxmlformats.org/drawingml/2006/main">
              <a:ext uri="{FF2B5EF4-FFF2-40B4-BE49-F238E27FC236}">
                <a16:creationId xmlns:a16="http://schemas.microsoft.com/office/drawing/2014/main" id="{C3D0D373-5B12-4C65-9174-491A1D6D2F35}"/>
              </a:ext>
            </a:extLst>
          </p:cNvPr>
          <p:cNvSpPr>
            <a:spLocks xmlns:a="http://schemas.openxmlformats.org/drawingml/2006/main" noGrp="1"/>
          </p:cNvSpPr>
          <p:nvPr/>
        </p:nvSpPr>
        <p:spPr>
          <a:xfrm xmlns:a="http://schemas.openxmlformats.org/drawingml/2006/main">
            <a:off x="1600200" y="3530600"/>
            <a:ext cx="2895600" cy="1524000"/>
          </a:xfrm>
          <a:prstGeom xmlns:a="http://schemas.openxmlformats.org/drawingml/2006/main" prst="roundRect">
            <a:avLst/>
          </a:prstGeom>
          <a:solidFill xmlns:a="http://schemas.openxmlformats.org/drawingml/2006/main">
            <a:srgbClr val="D8E9FF"/>
          </a:solidFill>
          <a:ln xmlns:a="http://schemas.openxmlformats.org/drawingml/2006/main" w="10160">
            <a:solidFill>
              <a:srgbClr val="BCC7D6"/>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1" name="TextBox 10">
            <a:extLst xmlns:a="http://schemas.openxmlformats.org/drawingml/2006/main">
              <a:ext uri="{FF2B5EF4-FFF2-40B4-BE49-F238E27FC236}">
                <a16:creationId xmlns:a16="http://schemas.microsoft.com/office/drawing/2014/main" id="{B9B7067E-38CA-A398-CFF4-24C1656A6292}"/>
              </a:ext>
            </a:extLst>
          </p:cNvPr>
          <p:cNvSpPr>
            <a:spLocks xmlns:a="http://schemas.openxmlformats.org/drawingml/2006/main" noGrp="1"/>
          </p:cNvSpPr>
          <p:nvPr/>
        </p:nvSpPr>
        <p:spPr>
          <a:xfrm xmlns:a="http://schemas.openxmlformats.org/drawingml/2006/main">
            <a:off x="1854200" y="3784600"/>
            <a:ext cx="23876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ctr">
              <a:buNone/>
            </a:pPr>
            <a:r>
              <a:rPr sz="2400" b="1">
                <a:solidFill>
                  <a:srgbClr val="0B1020"/>
                </a:solidFill>
                <a:latin typeface="Aptos"/>
                <a:ea typeface="Aptos"/>
                <a:cs typeface="Aptos"/>
              </a:rPr>
              <a:t>CLAUDE</a:t>
            </a:r>
          </a:p>
        </p:txBody>
      </p:sp>
      <p:sp>
        <p:nvSpPr>
          <p:cNvPr id="12" name="TextBox 11">
            <a:extLst xmlns:a="http://schemas.openxmlformats.org/drawingml/2006/main">
              <a:ext uri="{FF2B5EF4-FFF2-40B4-BE49-F238E27FC236}">
                <a16:creationId xmlns:a16="http://schemas.microsoft.com/office/drawing/2014/main" id="{A7EDFD6C-8C8F-2A78-5EE7-85205CFB4947}"/>
              </a:ext>
            </a:extLst>
          </p:cNvPr>
          <p:cNvSpPr>
            <a:spLocks xmlns:a="http://schemas.openxmlformats.org/drawingml/2006/main" noGrp="1"/>
          </p:cNvSpPr>
          <p:nvPr/>
        </p:nvSpPr>
        <p:spPr>
          <a:xfrm xmlns:a="http://schemas.openxmlformats.org/drawingml/2006/main">
            <a:off x="1854200" y="4292600"/>
            <a:ext cx="23876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ctr">
              <a:buNone/>
            </a:pPr>
            <a:r>
              <a:rPr sz="1400">
                <a:solidFill>
                  <a:srgbClr val="596579"/>
                </a:solidFill>
                <a:latin typeface="Cascadia Mono"/>
                <a:ea typeface="Cascadia Mono"/>
                <a:cs typeface="Cascadia Mono"/>
              </a:rPr>
              <a:t>worker session</a:t>
            </a:r>
          </a:p>
        </p:txBody>
      </p:sp>
      <p:sp>
        <p:nvSpPr>
          <p:cNvPr id="13" name="TextBox 12">
            <a:extLst xmlns:a="http://schemas.openxmlformats.org/drawingml/2006/main">
              <a:ext uri="{FF2B5EF4-FFF2-40B4-BE49-F238E27FC236}">
                <a16:creationId xmlns:a16="http://schemas.microsoft.com/office/drawing/2014/main" id="{9233EE88-BF07-06AC-9C4F-C5AC89B3999E}"/>
              </a:ext>
            </a:extLst>
          </p:cNvPr>
          <p:cNvSpPr>
            <a:spLocks xmlns:a="http://schemas.openxmlformats.org/drawingml/2006/main" noGrp="1"/>
          </p:cNvSpPr>
          <p:nvPr/>
        </p:nvSpPr>
        <p:spPr>
          <a:xfrm xmlns:a="http://schemas.openxmlformats.org/drawingml/2006/main">
            <a:off x="1854200" y="4699000"/>
            <a:ext cx="23876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ctr">
              <a:buNone/>
            </a:pPr>
            <a:r>
              <a:rPr sz="1200">
                <a:solidFill>
                  <a:srgbClr val="0B1020"/>
                </a:solidFill>
                <a:latin typeface="Aptos"/>
                <a:ea typeface="Aptos"/>
                <a:cs typeface="Aptos"/>
              </a:rPr>
              <a:t>worktree · DB · preview</a:t>
            </a:r>
          </a:p>
        </p:txBody>
      </p:sp>
      <p:sp>
        <p:nvSpPr>
          <p:cNvPr id="14" name="Rectangle: Rounded Corners 13">
            <a:extLst xmlns:a="http://schemas.openxmlformats.org/drawingml/2006/main">
              <a:ext uri="{FF2B5EF4-FFF2-40B4-BE49-F238E27FC236}">
                <a16:creationId xmlns:a16="http://schemas.microsoft.com/office/drawing/2014/main" id="{0FFDF56B-6685-0A73-70D5-E8CEA75D6AA4}"/>
              </a:ext>
            </a:extLst>
          </p:cNvPr>
          <p:cNvSpPr>
            <a:spLocks xmlns:a="http://schemas.openxmlformats.org/drawingml/2006/main" noGrp="1"/>
          </p:cNvSpPr>
          <p:nvPr/>
        </p:nvSpPr>
        <p:spPr>
          <a:xfrm xmlns:a="http://schemas.openxmlformats.org/drawingml/2006/main">
            <a:off x="4572000" y="3530600"/>
            <a:ext cx="2895600" cy="1524000"/>
          </a:xfrm>
          <a:prstGeom xmlns:a="http://schemas.openxmlformats.org/drawingml/2006/main" prst="roundRect">
            <a:avLst/>
          </a:prstGeom>
          <a:solidFill xmlns:a="http://schemas.openxmlformats.org/drawingml/2006/main">
            <a:srgbClr val="DDF6EC"/>
          </a:solidFill>
          <a:ln xmlns:a="http://schemas.openxmlformats.org/drawingml/2006/main" w="10160">
            <a:solidFill>
              <a:srgbClr val="BCC7D6"/>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5" name="TextBox 14">
            <a:extLst xmlns:a="http://schemas.openxmlformats.org/drawingml/2006/main">
              <a:ext uri="{FF2B5EF4-FFF2-40B4-BE49-F238E27FC236}">
                <a16:creationId xmlns:a16="http://schemas.microsoft.com/office/drawing/2014/main" id="{120D70A5-84A4-1671-A7D4-CD4DE7783ED7}"/>
              </a:ext>
            </a:extLst>
          </p:cNvPr>
          <p:cNvSpPr>
            <a:spLocks xmlns:a="http://schemas.openxmlformats.org/drawingml/2006/main" noGrp="1"/>
          </p:cNvSpPr>
          <p:nvPr/>
        </p:nvSpPr>
        <p:spPr>
          <a:xfrm xmlns:a="http://schemas.openxmlformats.org/drawingml/2006/main">
            <a:off x="4826000" y="3784600"/>
            <a:ext cx="23876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ctr">
              <a:buNone/>
            </a:pPr>
            <a:r>
              <a:rPr sz="2400" b="1">
                <a:solidFill>
                  <a:srgbClr val="0B1020"/>
                </a:solidFill>
                <a:latin typeface="Aptos"/>
                <a:ea typeface="Aptos"/>
                <a:cs typeface="Aptos"/>
              </a:rPr>
              <a:t>CODEX</a:t>
            </a:r>
          </a:p>
        </p:txBody>
      </p:sp>
      <p:sp>
        <p:nvSpPr>
          <p:cNvPr id="16" name="TextBox 15">
            <a:extLst xmlns:a="http://schemas.openxmlformats.org/drawingml/2006/main">
              <a:ext uri="{FF2B5EF4-FFF2-40B4-BE49-F238E27FC236}">
                <a16:creationId xmlns:a16="http://schemas.microsoft.com/office/drawing/2014/main" id="{168CD353-0BE9-42D5-D3E2-CCF7A7930AED}"/>
              </a:ext>
            </a:extLst>
          </p:cNvPr>
          <p:cNvSpPr>
            <a:spLocks xmlns:a="http://schemas.openxmlformats.org/drawingml/2006/main" noGrp="1"/>
          </p:cNvSpPr>
          <p:nvPr/>
        </p:nvSpPr>
        <p:spPr>
          <a:xfrm xmlns:a="http://schemas.openxmlformats.org/drawingml/2006/main">
            <a:off x="4826000" y="4292600"/>
            <a:ext cx="23876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ctr">
              <a:buNone/>
            </a:pPr>
            <a:r>
              <a:rPr sz="1400">
                <a:solidFill>
                  <a:srgbClr val="596579"/>
                </a:solidFill>
                <a:latin typeface="Cascadia Mono"/>
                <a:ea typeface="Cascadia Mono"/>
                <a:cs typeface="Cascadia Mono"/>
              </a:rPr>
              <a:t>worker session</a:t>
            </a:r>
          </a:p>
        </p:txBody>
      </p:sp>
      <p:sp>
        <p:nvSpPr>
          <p:cNvPr id="17" name="TextBox 16">
            <a:extLst xmlns:a="http://schemas.openxmlformats.org/drawingml/2006/main">
              <a:ext uri="{FF2B5EF4-FFF2-40B4-BE49-F238E27FC236}">
                <a16:creationId xmlns:a16="http://schemas.microsoft.com/office/drawing/2014/main" id="{3EE6AA48-42DD-6F72-FE01-0B40A244977D}"/>
              </a:ext>
            </a:extLst>
          </p:cNvPr>
          <p:cNvSpPr>
            <a:spLocks xmlns:a="http://schemas.openxmlformats.org/drawingml/2006/main" noGrp="1"/>
          </p:cNvSpPr>
          <p:nvPr/>
        </p:nvSpPr>
        <p:spPr>
          <a:xfrm xmlns:a="http://schemas.openxmlformats.org/drawingml/2006/main">
            <a:off x="4826000" y="4699000"/>
            <a:ext cx="23876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ctr">
              <a:buNone/>
            </a:pPr>
            <a:r>
              <a:rPr sz="1200">
                <a:solidFill>
                  <a:srgbClr val="0B1020"/>
                </a:solidFill>
                <a:latin typeface="Aptos"/>
                <a:ea typeface="Aptos"/>
                <a:cs typeface="Aptos"/>
              </a:rPr>
              <a:t>worktree · DB · preview</a:t>
            </a:r>
          </a:p>
        </p:txBody>
      </p:sp>
      <p:sp>
        <p:nvSpPr>
          <p:cNvPr id="18" name="Rectangle: Rounded Corners 17">
            <a:extLst xmlns:a="http://schemas.openxmlformats.org/drawingml/2006/main">
              <a:ext uri="{FF2B5EF4-FFF2-40B4-BE49-F238E27FC236}">
                <a16:creationId xmlns:a16="http://schemas.microsoft.com/office/drawing/2014/main" id="{4879341B-E6F2-2FDD-1AB3-CC190ABC3DC4}"/>
              </a:ext>
            </a:extLst>
          </p:cNvPr>
          <p:cNvSpPr>
            <a:spLocks xmlns:a="http://schemas.openxmlformats.org/drawingml/2006/main" noGrp="1"/>
          </p:cNvSpPr>
          <p:nvPr/>
        </p:nvSpPr>
        <p:spPr>
          <a:xfrm xmlns:a="http://schemas.openxmlformats.org/drawingml/2006/main">
            <a:off x="7543800" y="3530600"/>
            <a:ext cx="2895600" cy="1524000"/>
          </a:xfrm>
          <a:prstGeom xmlns:a="http://schemas.openxmlformats.org/drawingml/2006/main" prst="roundRect">
            <a:avLst/>
          </a:prstGeom>
          <a:solidFill xmlns:a="http://schemas.openxmlformats.org/drawingml/2006/main">
            <a:srgbClr val="D8E9FF"/>
          </a:solidFill>
          <a:ln xmlns:a="http://schemas.openxmlformats.org/drawingml/2006/main" w="10160">
            <a:solidFill>
              <a:srgbClr val="BCC7D6"/>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9" name="TextBox 18">
            <a:extLst xmlns:a="http://schemas.openxmlformats.org/drawingml/2006/main">
              <a:ext uri="{FF2B5EF4-FFF2-40B4-BE49-F238E27FC236}">
                <a16:creationId xmlns:a16="http://schemas.microsoft.com/office/drawing/2014/main" id="{7D20F58A-75C8-BAAF-825F-86590F8F9A99}"/>
              </a:ext>
            </a:extLst>
          </p:cNvPr>
          <p:cNvSpPr>
            <a:spLocks xmlns:a="http://schemas.openxmlformats.org/drawingml/2006/main" noGrp="1"/>
          </p:cNvSpPr>
          <p:nvPr/>
        </p:nvSpPr>
        <p:spPr>
          <a:xfrm xmlns:a="http://schemas.openxmlformats.org/drawingml/2006/main">
            <a:off x="7797800" y="3784600"/>
            <a:ext cx="23876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ctr">
              <a:buNone/>
            </a:pPr>
            <a:r>
              <a:rPr sz="2400" b="1">
                <a:solidFill>
                  <a:srgbClr val="0B1020"/>
                </a:solidFill>
                <a:latin typeface="Aptos"/>
                <a:ea typeface="Aptos"/>
                <a:cs typeface="Aptos"/>
              </a:rPr>
              <a:t>CLAUDE</a:t>
            </a:r>
          </a:p>
        </p:txBody>
      </p:sp>
      <p:sp>
        <p:nvSpPr>
          <p:cNvPr id="20" name="TextBox 19">
            <a:extLst xmlns:a="http://schemas.openxmlformats.org/drawingml/2006/main">
              <a:ext uri="{FF2B5EF4-FFF2-40B4-BE49-F238E27FC236}">
                <a16:creationId xmlns:a16="http://schemas.microsoft.com/office/drawing/2014/main" id="{A1177BAC-0B47-B7BA-797D-E0C73CDC6761}"/>
              </a:ext>
            </a:extLst>
          </p:cNvPr>
          <p:cNvSpPr>
            <a:spLocks xmlns:a="http://schemas.openxmlformats.org/drawingml/2006/main" noGrp="1"/>
          </p:cNvSpPr>
          <p:nvPr/>
        </p:nvSpPr>
        <p:spPr>
          <a:xfrm xmlns:a="http://schemas.openxmlformats.org/drawingml/2006/main">
            <a:off x="7797800" y="4292600"/>
            <a:ext cx="23876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ctr">
              <a:buNone/>
            </a:pPr>
            <a:r>
              <a:rPr sz="1400">
                <a:solidFill>
                  <a:srgbClr val="596579"/>
                </a:solidFill>
                <a:latin typeface="Cascadia Mono"/>
                <a:ea typeface="Cascadia Mono"/>
                <a:cs typeface="Cascadia Mono"/>
              </a:rPr>
              <a:t>worker session</a:t>
            </a:r>
          </a:p>
        </p:txBody>
      </p:sp>
      <p:sp>
        <p:nvSpPr>
          <p:cNvPr id="21" name="TextBox 20">
            <a:extLst xmlns:a="http://schemas.openxmlformats.org/drawingml/2006/main">
              <a:ext uri="{FF2B5EF4-FFF2-40B4-BE49-F238E27FC236}">
                <a16:creationId xmlns:a16="http://schemas.microsoft.com/office/drawing/2014/main" id="{282CBA7D-064D-C868-4071-97C0D90E5257}"/>
              </a:ext>
            </a:extLst>
          </p:cNvPr>
          <p:cNvSpPr>
            <a:spLocks xmlns:a="http://schemas.openxmlformats.org/drawingml/2006/main" noGrp="1"/>
          </p:cNvSpPr>
          <p:nvPr/>
        </p:nvSpPr>
        <p:spPr>
          <a:xfrm xmlns:a="http://schemas.openxmlformats.org/drawingml/2006/main">
            <a:off x="7797800" y="4699000"/>
            <a:ext cx="23876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ctr">
              <a:buNone/>
            </a:pPr>
            <a:r>
              <a:rPr sz="1200">
                <a:solidFill>
                  <a:srgbClr val="0B1020"/>
                </a:solidFill>
                <a:latin typeface="Aptos"/>
                <a:ea typeface="Aptos"/>
                <a:cs typeface="Aptos"/>
              </a:rPr>
              <a:t>worktree · DB · preview</a:t>
            </a:r>
          </a:p>
        </p:txBody>
      </p:sp>
      <p:sp>
        <p:nvSpPr>
          <p:cNvPr id="22" name="Rectangle: Rounded Corners 21">
            <a:extLst xmlns:a="http://schemas.openxmlformats.org/drawingml/2006/main">
              <a:ext uri="{FF2B5EF4-FFF2-40B4-BE49-F238E27FC236}">
                <a16:creationId xmlns:a16="http://schemas.microsoft.com/office/drawing/2014/main" id="{D7B9265F-41FE-ADE1-3327-8B7645161861}"/>
              </a:ext>
            </a:extLst>
          </p:cNvPr>
          <p:cNvSpPr>
            <a:spLocks xmlns:a="http://schemas.openxmlformats.org/drawingml/2006/main" noGrp="1"/>
          </p:cNvSpPr>
          <p:nvPr/>
        </p:nvSpPr>
        <p:spPr>
          <a:xfrm xmlns:a="http://schemas.openxmlformats.org/drawingml/2006/main">
            <a:off x="1600200" y="5524500"/>
            <a:ext cx="8991600" cy="660400"/>
          </a:xfrm>
          <a:prstGeom xmlns:a="http://schemas.openxmlformats.org/drawingml/2006/main" prst="roundRect">
            <a:avLst/>
          </a:prstGeom>
          <a:solidFill xmlns:a="http://schemas.openxmlformats.org/drawingml/2006/main">
            <a:srgbClr val="FFFFFF"/>
          </a:solidFill>
          <a:ln xmlns:a="http://schemas.openxmlformats.org/drawingml/2006/main" w="10160">
            <a:solidFill>
              <a:srgbClr val="BCC7D6"/>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3" name="TextBox 22">
            <a:extLst xmlns:a="http://schemas.openxmlformats.org/drawingml/2006/main">
              <a:ext uri="{FF2B5EF4-FFF2-40B4-BE49-F238E27FC236}">
                <a16:creationId xmlns:a16="http://schemas.microsoft.com/office/drawing/2014/main" id="{905E55A4-9A9F-7B6B-AAFF-CD5C1961C48E}"/>
              </a:ext>
            </a:extLst>
          </p:cNvPr>
          <p:cNvSpPr>
            <a:spLocks xmlns:a="http://schemas.openxmlformats.org/drawingml/2006/main" noGrp="1"/>
          </p:cNvSpPr>
          <p:nvPr/>
        </p:nvSpPr>
        <p:spPr>
          <a:xfrm xmlns:a="http://schemas.openxmlformats.org/drawingml/2006/main">
            <a:off x="1905000" y="5702300"/>
            <a:ext cx="8382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ctr">
              <a:buNone/>
            </a:pPr>
            <a:r>
              <a:rPr sz="1600" b="1">
                <a:solidFill>
                  <a:srgbClr val="0B1020"/>
                </a:solidFill>
                <a:latin typeface="Cascadia Mono"/>
                <a:ea typeface="Cascadia Mono"/>
                <a:cs typeface="Cascadia Mono"/>
              </a:rPr>
              <a:t>factory status · factory chat · factory doctor</a:t>
            </a:r>
          </a:p>
        </p:txBody>
      </p:sp>
      <p:sp>
        <p:nvSpPr>
          <p:cNvPr id="24" name="TextBox 23">
            <a:extLst xmlns:a="http://schemas.openxmlformats.org/drawingml/2006/main">
              <a:ext uri="{FF2B5EF4-FFF2-40B4-BE49-F238E27FC236}">
                <a16:creationId xmlns:a16="http://schemas.microsoft.com/office/drawing/2014/main" id="{0EAB66F7-2E06-5C5B-433C-A9BEB5E4FA91}"/>
              </a:ext>
            </a:extLst>
          </p:cNvPr>
          <p:cNvSpPr>
            <a:spLocks xmlns:a="http://schemas.openxmlformats.org/drawingml/2006/main" noGrp="1"/>
          </p:cNvSpPr>
          <p:nvPr/>
        </p:nvSpPr>
        <p:spPr>
          <a:xfrm xmlns:a="http://schemas.openxmlformats.org/drawingml/2006/main">
            <a:off x="1600200" y="6337300"/>
            <a:ext cx="89916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ctr">
              <a:buNone/>
            </a:pPr>
            <a:r>
              <a:rPr sz="1300">
                <a:solidFill>
                  <a:srgbClr val="596579"/>
                </a:solidFill>
                <a:latin typeface="Aptos"/>
                <a:ea typeface="Aptos"/>
                <a:cs typeface="Aptos"/>
              </a:rPr>
              <a:t>Claude or Codex can orchestrate; the queue owns the full worker lifecycle.</a:t>
            </a:r>
          </a:p>
        </p:txBody>
      </p:sp>
    </p:spTree>
    <p:extLst>
      <p:ext uri="{BB962C8B-B14F-4D97-AF65-F5344CB8AC3E}">
        <p14:creationId xmlns:p14="http://schemas.microsoft.com/office/powerpoint/2010/main" val="3000273540"/>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E716D579-E7D8-B341-DF6A-4E0E9A43DF6C}"/>
              </a:ext>
            </a:extLst>
          </p:cNvPr>
          <p:cNvSpPr>
            <a:spLocks xmlns:a="http://schemas.openxmlformats.org/drawingml/2006/main" noGrp="1"/>
          </p:cNvSpPr>
          <p:nvPr/>
        </p:nvSpPr>
        <p:spPr>
          <a:xfrm xmlns:a="http://schemas.openxmlformats.org/drawingml/2006/main">
            <a:off x="533400" y="393700"/>
            <a:ext cx="10668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3600" b="1">
                <a:solidFill>
                  <a:srgbClr val="0B1020"/>
                </a:solidFill>
                <a:latin typeface="Aptos Display"/>
                <a:ea typeface="Aptos Display"/>
                <a:cs typeface="Aptos Display"/>
              </a:rPr>
              <a:t>Safety lives in invariants, not prompts.</a:t>
            </a:r>
          </a:p>
        </p:txBody>
      </p:sp>
      <p:sp>
        <p:nvSpPr>
          <p:cNvPr id="3" name="TextBox 2">
            <a:extLst xmlns:a="http://schemas.openxmlformats.org/drawingml/2006/main">
              <a:ext uri="{FF2B5EF4-FFF2-40B4-BE49-F238E27FC236}">
                <a16:creationId xmlns:a16="http://schemas.microsoft.com/office/drawing/2014/main" id="{BA240E07-5585-FC52-9AEC-EE0B2442FF67}"/>
              </a:ext>
            </a:extLst>
          </p:cNvPr>
          <p:cNvSpPr>
            <a:spLocks xmlns:a="http://schemas.openxmlformats.org/drawingml/2006/main" noGrp="1"/>
          </p:cNvSpPr>
          <p:nvPr/>
        </p:nvSpPr>
        <p:spPr>
          <a:xfrm xmlns:a="http://schemas.openxmlformats.org/drawingml/2006/main">
            <a:off x="11366500" y="444500"/>
            <a:ext cx="304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r">
              <a:buNone/>
            </a:pPr>
            <a:r>
              <a:rPr sz="1000">
                <a:solidFill>
                  <a:srgbClr val="596579"/>
                </a:solidFill>
                <a:latin typeface="Aptos"/>
                <a:ea typeface="Aptos"/>
                <a:cs typeface="Aptos"/>
              </a:rPr>
              <a:t>9</a:t>
            </a:r>
          </a:p>
        </p:txBody>
      </p:sp>
      <p:sp>
        <p:nvSpPr>
          <p:cNvPr id="4" name="TextBox 3">
            <a:extLst xmlns:a="http://schemas.openxmlformats.org/drawingml/2006/main">
              <a:ext uri="{FF2B5EF4-FFF2-40B4-BE49-F238E27FC236}">
                <a16:creationId xmlns:a16="http://schemas.microsoft.com/office/drawing/2014/main" id="{44EC5DEA-776A-5FD3-502B-838500181B07}"/>
              </a:ext>
            </a:extLst>
          </p:cNvPr>
          <p:cNvSpPr>
            <a:spLocks xmlns:a="http://schemas.openxmlformats.org/drawingml/2006/main" noGrp="1"/>
          </p:cNvSpPr>
          <p:nvPr/>
        </p:nvSpPr>
        <p:spPr>
          <a:xfrm xmlns:a="http://schemas.openxmlformats.org/drawingml/2006/main">
            <a:off x="609600" y="1498600"/>
            <a:ext cx="558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400" b="1">
                <a:solidFill>
                  <a:srgbClr val="3D8DFF"/>
                </a:solidFill>
                <a:latin typeface="Cascadia Mono"/>
                <a:ea typeface="Cascadia Mono"/>
                <a:cs typeface="Cascadia Mono"/>
              </a:rPr>
              <a:t>01</a:t>
            </a:r>
          </a:p>
        </p:txBody>
      </p:sp>
      <p:sp>
        <p:nvSpPr>
          <p:cNvPr id="5" name="TextBox 4">
            <a:extLst xmlns:a="http://schemas.openxmlformats.org/drawingml/2006/main">
              <a:ext uri="{FF2B5EF4-FFF2-40B4-BE49-F238E27FC236}">
                <a16:creationId xmlns:a16="http://schemas.microsoft.com/office/drawing/2014/main" id="{704A6447-DBA2-6CDC-D282-DA8368A9D8CC}"/>
              </a:ext>
            </a:extLst>
          </p:cNvPr>
          <p:cNvSpPr>
            <a:spLocks xmlns:a="http://schemas.openxmlformats.org/drawingml/2006/main" noGrp="1"/>
          </p:cNvSpPr>
          <p:nvPr/>
        </p:nvSpPr>
        <p:spPr>
          <a:xfrm xmlns:a="http://schemas.openxmlformats.org/drawingml/2006/main">
            <a:off x="1295400" y="1498600"/>
            <a:ext cx="2794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b="1">
                <a:solidFill>
                  <a:srgbClr val="0B1020"/>
                </a:solidFill>
                <a:latin typeface="Aptos"/>
                <a:ea typeface="Aptos"/>
                <a:cs typeface="Aptos"/>
              </a:rPr>
              <a:t>External worktree</a:t>
            </a:r>
          </a:p>
        </p:txBody>
      </p:sp>
      <p:sp>
        <p:nvSpPr>
          <p:cNvPr id="6" name="TextBox 5">
            <a:extLst xmlns:a="http://schemas.openxmlformats.org/drawingml/2006/main">
              <a:ext uri="{FF2B5EF4-FFF2-40B4-BE49-F238E27FC236}">
                <a16:creationId xmlns:a16="http://schemas.microsoft.com/office/drawing/2014/main" id="{63ABEC9D-C1FC-B7A8-3D6A-674B92A8E9B0}"/>
              </a:ext>
            </a:extLst>
          </p:cNvPr>
          <p:cNvSpPr>
            <a:spLocks xmlns:a="http://schemas.openxmlformats.org/drawingml/2006/main" noGrp="1"/>
          </p:cNvSpPr>
          <p:nvPr/>
        </p:nvSpPr>
        <p:spPr>
          <a:xfrm xmlns:a="http://schemas.openxmlformats.org/drawingml/2006/main">
            <a:off x="4191000" y="1498600"/>
            <a:ext cx="4191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500">
                <a:solidFill>
                  <a:srgbClr val="596579"/>
                </a:solidFill>
                <a:latin typeface="Aptos"/>
                <a:ea typeface="Aptos"/>
                <a:cs typeface="Aptos"/>
              </a:rPr>
              <a:t>The main checkout is never reset or merged.</a:t>
            </a:r>
          </a:p>
        </p:txBody>
      </p:sp>
      <p:sp>
        <p:nvSpPr>
          <p:cNvPr id="7" name="Straight Connector 6">
            <a:extLst xmlns:a="http://schemas.openxmlformats.org/drawingml/2006/main">
              <a:ext uri="{FF2B5EF4-FFF2-40B4-BE49-F238E27FC236}">
                <a16:creationId xmlns:a16="http://schemas.microsoft.com/office/drawing/2014/main" id="{3620E57A-2485-4CC2-8405-DA6959BDE95E}"/>
              </a:ext>
            </a:extLst>
          </p:cNvPr>
          <p:cNvSpPr>
            <a:spLocks xmlns:a="http://schemas.openxmlformats.org/drawingml/2006/main" noGrp="1"/>
          </p:cNvSpPr>
          <p:nvPr/>
        </p:nvSpPr>
        <p:spPr>
          <a:xfrm xmlns:a="http://schemas.openxmlformats.org/drawingml/2006/main">
            <a:off x="609600" y="2044700"/>
            <a:ext cx="7772400" cy="0"/>
          </a:xfrm>
          <a:prstGeom xmlns:a="http://schemas.openxmlformats.org/drawingml/2006/main" prst="line">
            <a:avLst/>
          </a:prstGeom>
          <a:ln xmlns:a="http://schemas.openxmlformats.org/drawingml/2006/main" w="9525">
            <a:solidFill>
              <a:srgbClr val="BCC7D6"/>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8" name="TextBox 7">
            <a:extLst xmlns:a="http://schemas.openxmlformats.org/drawingml/2006/main">
              <a:ext uri="{FF2B5EF4-FFF2-40B4-BE49-F238E27FC236}">
                <a16:creationId xmlns:a16="http://schemas.microsoft.com/office/drawing/2014/main" id="{3506C003-DFDE-B562-30CC-FDE9FDB1B725}"/>
              </a:ext>
            </a:extLst>
          </p:cNvPr>
          <p:cNvSpPr>
            <a:spLocks xmlns:a="http://schemas.openxmlformats.org/drawingml/2006/main" noGrp="1"/>
          </p:cNvSpPr>
          <p:nvPr/>
        </p:nvSpPr>
        <p:spPr>
          <a:xfrm xmlns:a="http://schemas.openxmlformats.org/drawingml/2006/main">
            <a:off x="609600" y="2374900"/>
            <a:ext cx="558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400" b="1">
                <a:solidFill>
                  <a:srgbClr val="3D8DFF"/>
                </a:solidFill>
                <a:latin typeface="Cascadia Mono"/>
                <a:ea typeface="Cascadia Mono"/>
                <a:cs typeface="Cascadia Mono"/>
              </a:rPr>
              <a:t>02</a:t>
            </a:r>
          </a:p>
        </p:txBody>
      </p:sp>
      <p:sp>
        <p:nvSpPr>
          <p:cNvPr id="9" name="TextBox 8">
            <a:extLst xmlns:a="http://schemas.openxmlformats.org/drawingml/2006/main">
              <a:ext uri="{FF2B5EF4-FFF2-40B4-BE49-F238E27FC236}">
                <a16:creationId xmlns:a16="http://schemas.microsoft.com/office/drawing/2014/main" id="{D492EC48-1060-7E88-FD90-13A8D0545C01}"/>
              </a:ext>
            </a:extLst>
          </p:cNvPr>
          <p:cNvSpPr>
            <a:spLocks xmlns:a="http://schemas.openxmlformats.org/drawingml/2006/main" noGrp="1"/>
          </p:cNvSpPr>
          <p:nvPr/>
        </p:nvSpPr>
        <p:spPr>
          <a:xfrm xmlns:a="http://schemas.openxmlformats.org/drawingml/2006/main">
            <a:off x="1295400" y="2374900"/>
            <a:ext cx="2794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b="1">
                <a:solidFill>
                  <a:srgbClr val="0B1020"/>
                </a:solidFill>
                <a:latin typeface="Aptos"/>
                <a:ea typeface="Aptos"/>
                <a:cs typeface="Aptos"/>
              </a:rPr>
              <a:t>Immutable approval</a:t>
            </a:r>
          </a:p>
        </p:txBody>
      </p:sp>
      <p:sp>
        <p:nvSpPr>
          <p:cNvPr id="10" name="TextBox 9">
            <a:extLst xmlns:a="http://schemas.openxmlformats.org/drawingml/2006/main">
              <a:ext uri="{FF2B5EF4-FFF2-40B4-BE49-F238E27FC236}">
                <a16:creationId xmlns:a16="http://schemas.microsoft.com/office/drawing/2014/main" id="{2CEC3218-8A9F-BD2C-8AF1-7386E3F02402}"/>
              </a:ext>
            </a:extLst>
          </p:cNvPr>
          <p:cNvSpPr>
            <a:spLocks xmlns:a="http://schemas.openxmlformats.org/drawingml/2006/main" noGrp="1"/>
          </p:cNvSpPr>
          <p:nvPr/>
        </p:nvSpPr>
        <p:spPr>
          <a:xfrm xmlns:a="http://schemas.openxmlformats.org/drawingml/2006/main">
            <a:off x="4191000" y="2374900"/>
            <a:ext cx="4191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500">
                <a:solidFill>
                  <a:srgbClr val="596579"/>
                </a:solidFill>
                <a:latin typeface="Aptos"/>
                <a:ea typeface="Aptos"/>
                <a:cs typeface="Aptos"/>
              </a:rPr>
              <a:t>Review pins one clean worker SHA and plan hash.</a:t>
            </a:r>
          </a:p>
        </p:txBody>
      </p:sp>
      <p:sp>
        <p:nvSpPr>
          <p:cNvPr id="11" name="Straight Connector 10">
            <a:extLst xmlns:a="http://schemas.openxmlformats.org/drawingml/2006/main">
              <a:ext uri="{FF2B5EF4-FFF2-40B4-BE49-F238E27FC236}">
                <a16:creationId xmlns:a16="http://schemas.microsoft.com/office/drawing/2014/main" id="{5A38E081-F7F9-4ED3-A8AD-D42771BA4A9D}"/>
              </a:ext>
            </a:extLst>
          </p:cNvPr>
          <p:cNvSpPr>
            <a:spLocks xmlns:a="http://schemas.openxmlformats.org/drawingml/2006/main" noGrp="1"/>
          </p:cNvSpPr>
          <p:nvPr/>
        </p:nvSpPr>
        <p:spPr>
          <a:xfrm xmlns:a="http://schemas.openxmlformats.org/drawingml/2006/main">
            <a:off x="609600" y="2921000"/>
            <a:ext cx="7772400" cy="0"/>
          </a:xfrm>
          <a:prstGeom xmlns:a="http://schemas.openxmlformats.org/drawingml/2006/main" prst="line">
            <a:avLst/>
          </a:prstGeom>
          <a:ln xmlns:a="http://schemas.openxmlformats.org/drawingml/2006/main" w="9525">
            <a:solidFill>
              <a:srgbClr val="BCC7D6"/>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12" name="TextBox 11">
            <a:extLst xmlns:a="http://schemas.openxmlformats.org/drawingml/2006/main">
              <a:ext uri="{FF2B5EF4-FFF2-40B4-BE49-F238E27FC236}">
                <a16:creationId xmlns:a16="http://schemas.microsoft.com/office/drawing/2014/main" id="{3F3D0DA9-4FC8-1CD6-4328-9306B99569C2}"/>
              </a:ext>
            </a:extLst>
          </p:cNvPr>
          <p:cNvSpPr>
            <a:spLocks xmlns:a="http://schemas.openxmlformats.org/drawingml/2006/main" noGrp="1"/>
          </p:cNvSpPr>
          <p:nvPr/>
        </p:nvSpPr>
        <p:spPr>
          <a:xfrm xmlns:a="http://schemas.openxmlformats.org/drawingml/2006/main">
            <a:off x="609600" y="3251200"/>
            <a:ext cx="558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400" b="1">
                <a:solidFill>
                  <a:srgbClr val="3D8DFF"/>
                </a:solidFill>
                <a:latin typeface="Cascadia Mono"/>
                <a:ea typeface="Cascadia Mono"/>
                <a:cs typeface="Cascadia Mono"/>
              </a:rPr>
              <a:t>03</a:t>
            </a:r>
          </a:p>
        </p:txBody>
      </p:sp>
      <p:sp>
        <p:nvSpPr>
          <p:cNvPr id="13" name="TextBox 12">
            <a:extLst xmlns:a="http://schemas.openxmlformats.org/drawingml/2006/main">
              <a:ext uri="{FF2B5EF4-FFF2-40B4-BE49-F238E27FC236}">
                <a16:creationId xmlns:a16="http://schemas.microsoft.com/office/drawing/2014/main" id="{5F203243-1FFD-55E2-925C-B6459D9516D0}"/>
              </a:ext>
            </a:extLst>
          </p:cNvPr>
          <p:cNvSpPr>
            <a:spLocks xmlns:a="http://schemas.openxmlformats.org/drawingml/2006/main" noGrp="1"/>
          </p:cNvSpPr>
          <p:nvPr/>
        </p:nvSpPr>
        <p:spPr>
          <a:xfrm xmlns:a="http://schemas.openxmlformats.org/drawingml/2006/main">
            <a:off x="1295400" y="3251200"/>
            <a:ext cx="2794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b="1">
                <a:solidFill>
                  <a:srgbClr val="0B1020"/>
                </a:solidFill>
                <a:latin typeface="Aptos"/>
                <a:ea typeface="Aptos"/>
                <a:cs typeface="Aptos"/>
              </a:rPr>
              <a:t>Isolated checks</a:t>
            </a:r>
          </a:p>
        </p:txBody>
      </p:sp>
      <p:sp>
        <p:nvSpPr>
          <p:cNvPr id="14" name="TextBox 13">
            <a:extLst xmlns:a="http://schemas.openxmlformats.org/drawingml/2006/main">
              <a:ext uri="{FF2B5EF4-FFF2-40B4-BE49-F238E27FC236}">
                <a16:creationId xmlns:a16="http://schemas.microsoft.com/office/drawing/2014/main" id="{51060B1F-75CB-9CDA-2C9D-FF5B0C44307E}"/>
              </a:ext>
            </a:extLst>
          </p:cNvPr>
          <p:cNvSpPr>
            <a:spLocks xmlns:a="http://schemas.openxmlformats.org/drawingml/2006/main" noGrp="1"/>
          </p:cNvSpPr>
          <p:nvPr/>
        </p:nvSpPr>
        <p:spPr>
          <a:xfrm xmlns:a="http://schemas.openxmlformats.org/drawingml/2006/main">
            <a:off x="4191000" y="3251200"/>
            <a:ext cx="4191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500">
                <a:solidFill>
                  <a:srgbClr val="596579"/>
                </a:solidFill>
                <a:latin typeface="Aptos"/>
                <a:ea typeface="Aptos"/>
                <a:cs typeface="Aptos"/>
              </a:rPr>
              <a:t>Worker, integration and release commands run separately.</a:t>
            </a:r>
          </a:p>
        </p:txBody>
      </p:sp>
      <p:sp>
        <p:nvSpPr>
          <p:cNvPr id="15" name="Straight Connector 14">
            <a:extLst xmlns:a="http://schemas.openxmlformats.org/drawingml/2006/main">
              <a:ext uri="{FF2B5EF4-FFF2-40B4-BE49-F238E27FC236}">
                <a16:creationId xmlns:a16="http://schemas.microsoft.com/office/drawing/2014/main" id="{D185D0DA-382B-4790-BFD3-B482853D8D51}"/>
              </a:ext>
            </a:extLst>
          </p:cNvPr>
          <p:cNvSpPr>
            <a:spLocks xmlns:a="http://schemas.openxmlformats.org/drawingml/2006/main" noGrp="1"/>
          </p:cNvSpPr>
          <p:nvPr/>
        </p:nvSpPr>
        <p:spPr>
          <a:xfrm xmlns:a="http://schemas.openxmlformats.org/drawingml/2006/main">
            <a:off x="609600" y="3797300"/>
            <a:ext cx="7772400" cy="0"/>
          </a:xfrm>
          <a:prstGeom xmlns:a="http://schemas.openxmlformats.org/drawingml/2006/main" prst="line">
            <a:avLst/>
          </a:prstGeom>
          <a:ln xmlns:a="http://schemas.openxmlformats.org/drawingml/2006/main" w="9525">
            <a:solidFill>
              <a:srgbClr val="BCC7D6"/>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16" name="TextBox 15">
            <a:extLst xmlns:a="http://schemas.openxmlformats.org/drawingml/2006/main">
              <a:ext uri="{FF2B5EF4-FFF2-40B4-BE49-F238E27FC236}">
                <a16:creationId xmlns:a16="http://schemas.microsoft.com/office/drawing/2014/main" id="{D0F6441B-B0E6-0D3C-CD90-88361A0A30D3}"/>
              </a:ext>
            </a:extLst>
          </p:cNvPr>
          <p:cNvSpPr>
            <a:spLocks xmlns:a="http://schemas.openxmlformats.org/drawingml/2006/main" noGrp="1"/>
          </p:cNvSpPr>
          <p:nvPr/>
        </p:nvSpPr>
        <p:spPr>
          <a:xfrm xmlns:a="http://schemas.openxmlformats.org/drawingml/2006/main">
            <a:off x="609600" y="4127500"/>
            <a:ext cx="558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400" b="1">
                <a:solidFill>
                  <a:srgbClr val="3D8DFF"/>
                </a:solidFill>
                <a:latin typeface="Cascadia Mono"/>
                <a:ea typeface="Cascadia Mono"/>
                <a:cs typeface="Cascadia Mono"/>
              </a:rPr>
              <a:t>04</a:t>
            </a:r>
          </a:p>
        </p:txBody>
      </p:sp>
      <p:sp>
        <p:nvSpPr>
          <p:cNvPr id="17" name="TextBox 16">
            <a:extLst xmlns:a="http://schemas.openxmlformats.org/drawingml/2006/main">
              <a:ext uri="{FF2B5EF4-FFF2-40B4-BE49-F238E27FC236}">
                <a16:creationId xmlns:a16="http://schemas.microsoft.com/office/drawing/2014/main" id="{728D8C1B-E61B-CA8D-2954-FEA756F0AF87}"/>
              </a:ext>
            </a:extLst>
          </p:cNvPr>
          <p:cNvSpPr>
            <a:spLocks xmlns:a="http://schemas.openxmlformats.org/drawingml/2006/main" noGrp="1"/>
          </p:cNvSpPr>
          <p:nvPr/>
        </p:nvSpPr>
        <p:spPr>
          <a:xfrm xmlns:a="http://schemas.openxmlformats.org/drawingml/2006/main">
            <a:off x="1295400" y="4127500"/>
            <a:ext cx="2794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b="1">
                <a:solidFill>
                  <a:srgbClr val="0B1020"/>
                </a:solidFill>
                <a:latin typeface="Aptos"/>
                <a:ea typeface="Aptos"/>
                <a:cs typeface="Aptos"/>
              </a:rPr>
              <a:t>No-force publication</a:t>
            </a:r>
          </a:p>
        </p:txBody>
      </p:sp>
      <p:sp>
        <p:nvSpPr>
          <p:cNvPr id="18" name="TextBox 17">
            <a:extLst xmlns:a="http://schemas.openxmlformats.org/drawingml/2006/main">
              <a:ext uri="{FF2B5EF4-FFF2-40B4-BE49-F238E27FC236}">
                <a16:creationId xmlns:a16="http://schemas.microsoft.com/office/drawing/2014/main" id="{E9E77830-8665-FD55-72C9-B25DD8E539F4}"/>
              </a:ext>
            </a:extLst>
          </p:cNvPr>
          <p:cNvSpPr>
            <a:spLocks xmlns:a="http://schemas.openxmlformats.org/drawingml/2006/main" noGrp="1"/>
          </p:cNvSpPr>
          <p:nvPr/>
        </p:nvSpPr>
        <p:spPr>
          <a:xfrm xmlns:a="http://schemas.openxmlformats.org/drawingml/2006/main">
            <a:off x="4191000" y="4127500"/>
            <a:ext cx="4191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500">
                <a:solidFill>
                  <a:srgbClr val="596579"/>
                </a:solidFill>
                <a:latin typeface="Aptos"/>
                <a:ea typeface="Aptos"/>
                <a:cs typeface="Aptos"/>
              </a:rPr>
              <a:t>Explicit refspecs plus post-push reachability checks.</a:t>
            </a:r>
          </a:p>
        </p:txBody>
      </p:sp>
      <p:sp>
        <p:nvSpPr>
          <p:cNvPr id="19" name="Straight Connector 18">
            <a:extLst xmlns:a="http://schemas.openxmlformats.org/drawingml/2006/main">
              <a:ext uri="{FF2B5EF4-FFF2-40B4-BE49-F238E27FC236}">
                <a16:creationId xmlns:a16="http://schemas.microsoft.com/office/drawing/2014/main" id="{10379547-EF12-4792-B426-93F4CFB1D703}"/>
              </a:ext>
            </a:extLst>
          </p:cNvPr>
          <p:cNvSpPr>
            <a:spLocks xmlns:a="http://schemas.openxmlformats.org/drawingml/2006/main" noGrp="1"/>
          </p:cNvSpPr>
          <p:nvPr/>
        </p:nvSpPr>
        <p:spPr>
          <a:xfrm xmlns:a="http://schemas.openxmlformats.org/drawingml/2006/main">
            <a:off x="609600" y="4673600"/>
            <a:ext cx="7772400" cy="0"/>
          </a:xfrm>
          <a:prstGeom xmlns:a="http://schemas.openxmlformats.org/drawingml/2006/main" prst="line">
            <a:avLst/>
          </a:prstGeom>
          <a:ln xmlns:a="http://schemas.openxmlformats.org/drawingml/2006/main" w="9525">
            <a:solidFill>
              <a:srgbClr val="BCC7D6"/>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20" name="TextBox 19">
            <a:extLst xmlns:a="http://schemas.openxmlformats.org/drawingml/2006/main">
              <a:ext uri="{FF2B5EF4-FFF2-40B4-BE49-F238E27FC236}">
                <a16:creationId xmlns:a16="http://schemas.microsoft.com/office/drawing/2014/main" id="{17A32A20-8ABB-EC4D-3551-E618621C0088}"/>
              </a:ext>
            </a:extLst>
          </p:cNvPr>
          <p:cNvSpPr>
            <a:spLocks xmlns:a="http://schemas.openxmlformats.org/drawingml/2006/main" noGrp="1"/>
          </p:cNvSpPr>
          <p:nvPr/>
        </p:nvSpPr>
        <p:spPr>
          <a:xfrm xmlns:a="http://schemas.openxmlformats.org/drawingml/2006/main">
            <a:off x="609600" y="5003800"/>
            <a:ext cx="558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400" b="1">
                <a:solidFill>
                  <a:srgbClr val="3D8DFF"/>
                </a:solidFill>
                <a:latin typeface="Cascadia Mono"/>
                <a:ea typeface="Cascadia Mono"/>
                <a:cs typeface="Cascadia Mono"/>
              </a:rPr>
              <a:t>05</a:t>
            </a:r>
          </a:p>
        </p:txBody>
      </p:sp>
      <p:sp>
        <p:nvSpPr>
          <p:cNvPr id="21" name="TextBox 20">
            <a:extLst xmlns:a="http://schemas.openxmlformats.org/drawingml/2006/main">
              <a:ext uri="{FF2B5EF4-FFF2-40B4-BE49-F238E27FC236}">
                <a16:creationId xmlns:a16="http://schemas.microsoft.com/office/drawing/2014/main" id="{C78AB6F8-8869-F9F0-A8A7-37D231457EDB}"/>
              </a:ext>
            </a:extLst>
          </p:cNvPr>
          <p:cNvSpPr>
            <a:spLocks xmlns:a="http://schemas.openxmlformats.org/drawingml/2006/main" noGrp="1"/>
          </p:cNvSpPr>
          <p:nvPr/>
        </p:nvSpPr>
        <p:spPr>
          <a:xfrm xmlns:a="http://schemas.openxmlformats.org/drawingml/2006/main">
            <a:off x="1295400" y="5003800"/>
            <a:ext cx="2794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b="1">
                <a:solidFill>
                  <a:srgbClr val="0B1020"/>
                </a:solidFill>
                <a:latin typeface="Aptos"/>
                <a:ea typeface="Aptos"/>
                <a:cs typeface="Aptos"/>
              </a:rPr>
              <a:t>Verified cleanup</a:t>
            </a:r>
          </a:p>
        </p:txBody>
      </p:sp>
      <p:sp>
        <p:nvSpPr>
          <p:cNvPr id="22" name="TextBox 21">
            <a:extLst xmlns:a="http://schemas.openxmlformats.org/drawingml/2006/main">
              <a:ext uri="{FF2B5EF4-FFF2-40B4-BE49-F238E27FC236}">
                <a16:creationId xmlns:a16="http://schemas.microsoft.com/office/drawing/2014/main" id="{BA4FB79F-D938-2F08-2A5B-5C6CCDCD3BF3}"/>
              </a:ext>
            </a:extLst>
          </p:cNvPr>
          <p:cNvSpPr>
            <a:spLocks xmlns:a="http://schemas.openxmlformats.org/drawingml/2006/main" noGrp="1"/>
          </p:cNvSpPr>
          <p:nvPr/>
        </p:nvSpPr>
        <p:spPr>
          <a:xfrm xmlns:a="http://schemas.openxmlformats.org/drawingml/2006/main">
            <a:off x="4191000" y="5003800"/>
            <a:ext cx="4191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500">
                <a:solidFill>
                  <a:srgbClr val="596579"/>
                </a:solidFill>
                <a:latin typeface="Aptos"/>
                <a:ea typeface="Aptos"/>
                <a:cs typeface="Aptos"/>
              </a:rPr>
              <a:t>Stop sessions/processes before DB, worktree or branch removal.</a:t>
            </a:r>
          </a:p>
        </p:txBody>
      </p:sp>
      <p:sp>
        <p:nvSpPr>
          <p:cNvPr id="23" name="Straight Connector 22">
            <a:extLst xmlns:a="http://schemas.openxmlformats.org/drawingml/2006/main">
              <a:ext uri="{FF2B5EF4-FFF2-40B4-BE49-F238E27FC236}">
                <a16:creationId xmlns:a16="http://schemas.microsoft.com/office/drawing/2014/main" id="{BE98993E-D005-467D-B289-54962DD72768}"/>
              </a:ext>
            </a:extLst>
          </p:cNvPr>
          <p:cNvSpPr>
            <a:spLocks xmlns:a="http://schemas.openxmlformats.org/drawingml/2006/main" noGrp="1"/>
          </p:cNvSpPr>
          <p:nvPr/>
        </p:nvSpPr>
        <p:spPr>
          <a:xfrm xmlns:a="http://schemas.openxmlformats.org/drawingml/2006/main">
            <a:off x="609600" y="5549900"/>
            <a:ext cx="7772400" cy="0"/>
          </a:xfrm>
          <a:prstGeom xmlns:a="http://schemas.openxmlformats.org/drawingml/2006/main" prst="line">
            <a:avLst/>
          </a:prstGeom>
          <a:ln xmlns:a="http://schemas.openxmlformats.org/drawingml/2006/main" w="9525">
            <a:solidFill>
              <a:srgbClr val="BCC7D6"/>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24" name="Rectangle: Rounded Corners 23">
            <a:extLst xmlns:a="http://schemas.openxmlformats.org/drawingml/2006/main">
              <a:ext uri="{FF2B5EF4-FFF2-40B4-BE49-F238E27FC236}">
                <a16:creationId xmlns:a16="http://schemas.microsoft.com/office/drawing/2014/main" id="{1689029E-9F46-422F-66A2-6F0CA1368307}"/>
              </a:ext>
            </a:extLst>
          </p:cNvPr>
          <p:cNvSpPr>
            <a:spLocks xmlns:a="http://schemas.openxmlformats.org/drawingml/2006/main" noGrp="1"/>
          </p:cNvSpPr>
          <p:nvPr/>
        </p:nvSpPr>
        <p:spPr>
          <a:xfrm xmlns:a="http://schemas.openxmlformats.org/drawingml/2006/main">
            <a:off x="8940800" y="1498600"/>
            <a:ext cx="2641600" cy="4699000"/>
          </a:xfrm>
          <a:prstGeom xmlns:a="http://schemas.openxmlformats.org/drawingml/2006/main" prst="roundRect">
            <a:avLst/>
          </a:prstGeom>
          <a:solidFill xmlns:a="http://schemas.openxmlformats.org/drawingml/2006/main">
            <a:srgbClr val="111827"/>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TextBox 24">
            <a:extLst xmlns:a="http://schemas.openxmlformats.org/drawingml/2006/main">
              <a:ext uri="{FF2B5EF4-FFF2-40B4-BE49-F238E27FC236}">
                <a16:creationId xmlns:a16="http://schemas.microsoft.com/office/drawing/2014/main" id="{45E7D0E5-B457-D5CC-EFF7-375F2AAF0B7E}"/>
              </a:ext>
            </a:extLst>
          </p:cNvPr>
          <p:cNvSpPr>
            <a:spLocks xmlns:a="http://schemas.openxmlformats.org/drawingml/2006/main" noGrp="1"/>
          </p:cNvSpPr>
          <p:nvPr/>
        </p:nvSpPr>
        <p:spPr>
          <a:xfrm xmlns:a="http://schemas.openxmlformats.org/drawingml/2006/main">
            <a:off x="9220200" y="1803400"/>
            <a:ext cx="2082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2200" b="1">
                <a:solidFill>
                  <a:srgbClr val="FFFFFF"/>
                </a:solidFill>
                <a:latin typeface="Aptos"/>
                <a:ea typeface="Aptos"/>
                <a:cs typeface="Aptos"/>
              </a:rPr>
              <a:t>The failures that shaped it</a:t>
            </a:r>
          </a:p>
        </p:txBody>
      </p:sp>
      <p:sp>
        <p:nvSpPr>
          <p:cNvPr id="26" name="Straight Connector 25">
            <a:extLst xmlns:a="http://schemas.openxmlformats.org/drawingml/2006/main">
              <a:ext uri="{FF2B5EF4-FFF2-40B4-BE49-F238E27FC236}">
                <a16:creationId xmlns:a16="http://schemas.microsoft.com/office/drawing/2014/main" id="{8E8812CD-F34D-480F-A855-98DF959E3FBA}"/>
              </a:ext>
            </a:extLst>
          </p:cNvPr>
          <p:cNvSpPr>
            <a:spLocks xmlns:a="http://schemas.openxmlformats.org/drawingml/2006/main" noGrp="1"/>
          </p:cNvSpPr>
          <p:nvPr/>
        </p:nvSpPr>
        <p:spPr>
          <a:xfrm xmlns:a="http://schemas.openxmlformats.org/drawingml/2006/main">
            <a:off x="9220200" y="2667000"/>
            <a:ext cx="2032000" cy="0"/>
          </a:xfrm>
          <a:prstGeom xmlns:a="http://schemas.openxmlformats.org/drawingml/2006/main" prst="line">
            <a:avLst/>
          </a:prstGeom>
          <a:ln xmlns:a="http://schemas.openxmlformats.org/drawingml/2006/main" w="38100">
            <a:solidFill>
              <a:srgbClr val="6DCBF4"/>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27" name="TextBox 26">
            <a:extLst xmlns:a="http://schemas.openxmlformats.org/drawingml/2006/main">
              <a:ext uri="{FF2B5EF4-FFF2-40B4-BE49-F238E27FC236}">
                <a16:creationId xmlns:a16="http://schemas.microsoft.com/office/drawing/2014/main" id="{C988610A-E8F0-B213-7B14-E5F64F657785}"/>
              </a:ext>
            </a:extLst>
          </p:cNvPr>
          <p:cNvSpPr>
            <a:spLocks xmlns:a="http://schemas.openxmlformats.org/drawingml/2006/main" noGrp="1"/>
          </p:cNvSpPr>
          <p:nvPr/>
        </p:nvSpPr>
        <p:spPr>
          <a:xfrm xmlns:a="http://schemas.openxmlformats.org/drawingml/2006/main">
            <a:off x="9220200" y="2857500"/>
            <a:ext cx="2082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500" b="1">
                <a:solidFill>
                  <a:srgbClr val="6DCBF4"/>
                </a:solidFill>
                <a:latin typeface="Aptos"/>
                <a:ea typeface="Aptos"/>
                <a:cs typeface="Aptos"/>
              </a:rPr>
              <a:t>UTF-8 + argv</a:t>
            </a:r>
          </a:p>
        </p:txBody>
      </p:sp>
      <p:sp>
        <p:nvSpPr>
          <p:cNvPr id="28" name="TextBox 27">
            <a:extLst xmlns:a="http://schemas.openxmlformats.org/drawingml/2006/main">
              <a:ext uri="{FF2B5EF4-FFF2-40B4-BE49-F238E27FC236}">
                <a16:creationId xmlns:a16="http://schemas.microsoft.com/office/drawing/2014/main" id="{6B3B5294-4808-A0DA-F29E-A7ADC4EE45C7}"/>
              </a:ext>
            </a:extLst>
          </p:cNvPr>
          <p:cNvSpPr>
            <a:spLocks xmlns:a="http://schemas.openxmlformats.org/drawingml/2006/main" noGrp="1"/>
          </p:cNvSpPr>
          <p:nvPr/>
        </p:nvSpPr>
        <p:spPr>
          <a:xfrm xmlns:a="http://schemas.openxmlformats.org/drawingml/2006/main">
            <a:off x="9220200" y="3175000"/>
            <a:ext cx="2082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300">
                <a:solidFill>
                  <a:srgbClr val="FFFFFF"/>
                </a:solidFill>
                <a:latin typeface="Aptos"/>
                <a:ea typeface="Aptos"/>
                <a:cs typeface="Aptos"/>
              </a:rPr>
              <a:t>Windows PowerShell 5.1 boundaries</a:t>
            </a:r>
          </a:p>
        </p:txBody>
      </p:sp>
      <p:sp>
        <p:nvSpPr>
          <p:cNvPr id="29" name="TextBox 28">
            <a:extLst xmlns:a="http://schemas.openxmlformats.org/drawingml/2006/main">
              <a:ext uri="{FF2B5EF4-FFF2-40B4-BE49-F238E27FC236}">
                <a16:creationId xmlns:a16="http://schemas.microsoft.com/office/drawing/2014/main" id="{E7DDEEAC-5A48-5324-C7B2-7237E74D13A4}"/>
              </a:ext>
            </a:extLst>
          </p:cNvPr>
          <p:cNvSpPr>
            <a:spLocks xmlns:a="http://schemas.openxmlformats.org/drawingml/2006/main" noGrp="1"/>
          </p:cNvSpPr>
          <p:nvPr/>
        </p:nvSpPr>
        <p:spPr>
          <a:xfrm xmlns:a="http://schemas.openxmlformats.org/drawingml/2006/main">
            <a:off x="9220200" y="3632200"/>
            <a:ext cx="2082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500" b="1">
                <a:solidFill>
                  <a:srgbClr val="6DCBF4"/>
                </a:solidFill>
                <a:latin typeface="Aptos"/>
                <a:ea typeface="Aptos"/>
                <a:cs typeface="Aptos"/>
              </a:rPr>
              <a:t>Stale sessions</a:t>
            </a:r>
          </a:p>
        </p:txBody>
      </p:sp>
      <p:sp>
        <p:nvSpPr>
          <p:cNvPr id="30" name="TextBox 29">
            <a:extLst xmlns:a="http://schemas.openxmlformats.org/drawingml/2006/main">
              <a:ext uri="{FF2B5EF4-FFF2-40B4-BE49-F238E27FC236}">
                <a16:creationId xmlns:a16="http://schemas.microsoft.com/office/drawing/2014/main" id="{F93ECC06-D3A3-3F26-AF8B-1F4EC8AC9C08}"/>
              </a:ext>
            </a:extLst>
          </p:cNvPr>
          <p:cNvSpPr>
            <a:spLocks xmlns:a="http://schemas.openxmlformats.org/drawingml/2006/main" noGrp="1"/>
          </p:cNvSpPr>
          <p:nvPr/>
        </p:nvSpPr>
        <p:spPr>
          <a:xfrm xmlns:a="http://schemas.openxmlformats.org/drawingml/2006/main">
            <a:off x="9220200" y="3949700"/>
            <a:ext cx="2082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300">
                <a:solidFill>
                  <a:srgbClr val="FFFFFF"/>
                </a:solidFill>
                <a:latin typeface="Aptos"/>
                <a:ea typeface="Aptos"/>
                <a:cs typeface="Aptos"/>
              </a:rPr>
              <a:t>PID-aware reconciliation</a:t>
            </a:r>
          </a:p>
        </p:txBody>
      </p:sp>
      <p:sp>
        <p:nvSpPr>
          <p:cNvPr id="31" name="TextBox 30">
            <a:extLst xmlns:a="http://schemas.openxmlformats.org/drawingml/2006/main">
              <a:ext uri="{FF2B5EF4-FFF2-40B4-BE49-F238E27FC236}">
                <a16:creationId xmlns:a16="http://schemas.microsoft.com/office/drawing/2014/main" id="{223A5CA2-0855-9FB4-BE9C-8B367127CBBD}"/>
              </a:ext>
            </a:extLst>
          </p:cNvPr>
          <p:cNvSpPr>
            <a:spLocks xmlns:a="http://schemas.openxmlformats.org/drawingml/2006/main" noGrp="1"/>
          </p:cNvSpPr>
          <p:nvPr/>
        </p:nvSpPr>
        <p:spPr>
          <a:xfrm xmlns:a="http://schemas.openxmlformats.org/drawingml/2006/main">
            <a:off x="9220200" y="4406900"/>
            <a:ext cx="2082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500" b="1">
                <a:solidFill>
                  <a:srgbClr val="6DCBF4"/>
                </a:solidFill>
                <a:latin typeface="Aptos"/>
                <a:ea typeface="Aptos"/>
                <a:cs typeface="Aptos"/>
              </a:rPr>
              <a:t>Junction cleanup</a:t>
            </a:r>
          </a:p>
        </p:txBody>
      </p:sp>
      <p:sp>
        <p:nvSpPr>
          <p:cNvPr id="32" name="TextBox 31">
            <a:extLst xmlns:a="http://schemas.openxmlformats.org/drawingml/2006/main">
              <a:ext uri="{FF2B5EF4-FFF2-40B4-BE49-F238E27FC236}">
                <a16:creationId xmlns:a16="http://schemas.microsoft.com/office/drawing/2014/main" id="{CDAD495E-005B-DF04-F43F-E5B925043E07}"/>
              </a:ext>
            </a:extLst>
          </p:cNvPr>
          <p:cNvSpPr>
            <a:spLocks xmlns:a="http://schemas.openxmlformats.org/drawingml/2006/main" noGrp="1"/>
          </p:cNvSpPr>
          <p:nvPr/>
        </p:nvSpPr>
        <p:spPr>
          <a:xfrm xmlns:a="http://schemas.openxmlformats.org/drawingml/2006/main">
            <a:off x="9220200" y="4724400"/>
            <a:ext cx="2082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300">
                <a:solidFill>
                  <a:srgbClr val="FFFFFF"/>
                </a:solidFill>
                <a:latin typeface="Aptos"/>
                <a:ea typeface="Aptos"/>
                <a:cs typeface="Aptos"/>
              </a:rPr>
              <a:t>unlink, never traverse</a:t>
            </a:r>
          </a:p>
        </p:txBody>
      </p:sp>
      <p:sp>
        <p:nvSpPr>
          <p:cNvPr id="33" name="TextBox 32">
            <a:extLst xmlns:a="http://schemas.openxmlformats.org/drawingml/2006/main">
              <a:ext uri="{FF2B5EF4-FFF2-40B4-BE49-F238E27FC236}">
                <a16:creationId xmlns:a16="http://schemas.microsoft.com/office/drawing/2014/main" id="{47F851E1-69B3-5799-00CD-B0EAC80D4757}"/>
              </a:ext>
            </a:extLst>
          </p:cNvPr>
          <p:cNvSpPr>
            <a:spLocks xmlns:a="http://schemas.openxmlformats.org/drawingml/2006/main" noGrp="1"/>
          </p:cNvSpPr>
          <p:nvPr/>
        </p:nvSpPr>
        <p:spPr>
          <a:xfrm xmlns:a="http://schemas.openxmlformats.org/drawingml/2006/main">
            <a:off x="9220200" y="5181600"/>
            <a:ext cx="2082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500" b="1">
                <a:solidFill>
                  <a:srgbClr val="6DCBF4"/>
                </a:solidFill>
                <a:latin typeface="Aptos"/>
                <a:ea typeface="Aptos"/>
                <a:cs typeface="Aptos"/>
              </a:rPr>
              <a:t>Fallback workers</a:t>
            </a:r>
          </a:p>
        </p:txBody>
      </p:sp>
      <p:sp>
        <p:nvSpPr>
          <p:cNvPr id="34" name="TextBox 33">
            <a:extLst xmlns:a="http://schemas.openxmlformats.org/drawingml/2006/main">
              <a:ext uri="{FF2B5EF4-FFF2-40B4-BE49-F238E27FC236}">
                <a16:creationId xmlns:a16="http://schemas.microsoft.com/office/drawing/2014/main" id="{05C486B2-D6FC-7AFC-ED17-001A02CB47AF}"/>
              </a:ext>
            </a:extLst>
          </p:cNvPr>
          <p:cNvSpPr>
            <a:spLocks xmlns:a="http://schemas.openxmlformats.org/drawingml/2006/main" noGrp="1"/>
          </p:cNvSpPr>
          <p:nvPr/>
        </p:nvSpPr>
        <p:spPr>
          <a:xfrm xmlns:a="http://schemas.openxmlformats.org/drawingml/2006/main">
            <a:off x="9220200" y="5499100"/>
            <a:ext cx="20828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300">
                <a:solidFill>
                  <a:srgbClr val="FFFFFF"/>
                </a:solidFill>
                <a:latin typeface="Aptos"/>
                <a:ea typeface="Aptos"/>
                <a:cs typeface="Aptos"/>
              </a:rPr>
              <a:t>fail closed, audit the path</a:t>
            </a:r>
          </a:p>
        </p:txBody>
      </p:sp>
    </p:spTree>
    <p:extLst>
      <p:ext uri="{BB962C8B-B14F-4D97-AF65-F5344CB8AC3E}">
        <p14:creationId xmlns:p14="http://schemas.microsoft.com/office/powerpoint/2010/main" val="60028765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8B2CF92-7403-40F4-CCF3-F384760E8C27}"/>
              </a:ext>
            </a:extLst>
          </p:cNvPr>
          <p:cNvSpPr>
            <a:spLocks xmlns:a="http://schemas.openxmlformats.org/drawingml/2006/main" noGrp="1"/>
          </p:cNvSpPr>
          <p:nvPr/>
        </p:nvSpPr>
        <p:spPr>
          <a:xfrm xmlns:a="http://schemas.openxmlformats.org/drawingml/2006/main">
            <a:off x="558800" y="457200"/>
            <a:ext cx="6350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200" b="1">
                <a:solidFill>
                  <a:srgbClr val="3D8DFF"/>
                </a:solidFill>
                <a:latin typeface="Aptos"/>
                <a:ea typeface="Aptos"/>
                <a:cs typeface="Aptos"/>
              </a:rPr>
              <a:t>THIS IS ALREADY CARRYING REAL WORK</a:t>
            </a:r>
          </a:p>
        </p:txBody>
      </p:sp>
      <p:sp>
        <p:nvSpPr>
          <p:cNvPr id="3" name="TextBox 2">
            <a:extLst xmlns:a="http://schemas.openxmlformats.org/drawingml/2006/main">
              <a:ext uri="{FF2B5EF4-FFF2-40B4-BE49-F238E27FC236}">
                <a16:creationId xmlns:a16="http://schemas.microsoft.com/office/drawing/2014/main" id="{ADB6787B-1628-7F0B-911F-1B6AED13427A}"/>
              </a:ext>
            </a:extLst>
          </p:cNvPr>
          <p:cNvSpPr>
            <a:spLocks xmlns:a="http://schemas.openxmlformats.org/drawingml/2006/main" noGrp="1"/>
          </p:cNvSpPr>
          <p:nvPr/>
        </p:nvSpPr>
        <p:spPr>
          <a:xfrm xmlns:a="http://schemas.openxmlformats.org/drawingml/2006/main">
            <a:off x="558800" y="1016000"/>
            <a:ext cx="9652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4500" b="1">
                <a:solidFill>
                  <a:srgbClr val="0B1020"/>
                </a:solidFill>
                <a:latin typeface="Aptos Display"/>
                <a:ea typeface="Aptos Display"/>
                <a:cs typeface="Aptos Display"/>
              </a:rPr>
              <a:t>Agents orchestrate code.</a:t>
            </a:r>
          </a:p>
          <a:p xmlns:a="http://schemas.openxmlformats.org/drawingml/2006/main">
            <a:r>
              <a:rPr sz="4500" b="1">
                <a:solidFill>
                  <a:srgbClr val="0B1020"/>
                </a:solidFill>
                <a:latin typeface="Aptos Display"/>
                <a:ea typeface="Aptos Display"/>
                <a:cs typeface="Aptos Display"/>
              </a:rPr>
              <a:t>Factory orchestrates environments.</a:t>
            </a:r>
          </a:p>
        </p:txBody>
      </p:sp>
      <p:sp>
        <p:nvSpPr>
          <p:cNvPr id="4" name="Straight Connector 3">
            <a:extLst xmlns:a="http://schemas.openxmlformats.org/drawingml/2006/main">
              <a:ext uri="{FF2B5EF4-FFF2-40B4-BE49-F238E27FC236}">
                <a16:creationId xmlns:a16="http://schemas.microsoft.com/office/drawing/2014/main" id="{4E858149-8C8C-4D89-B6F4-50652BDE1FC1}"/>
              </a:ext>
            </a:extLst>
          </p:cNvPr>
          <p:cNvSpPr>
            <a:spLocks xmlns:a="http://schemas.openxmlformats.org/drawingml/2006/main" noGrp="1"/>
          </p:cNvSpPr>
          <p:nvPr/>
        </p:nvSpPr>
        <p:spPr>
          <a:xfrm xmlns:a="http://schemas.openxmlformats.org/drawingml/2006/main">
            <a:off x="558800" y="3060700"/>
            <a:ext cx="5181600" cy="0"/>
          </a:xfrm>
          <a:prstGeom xmlns:a="http://schemas.openxmlformats.org/drawingml/2006/main" prst="line">
            <a:avLst/>
          </a:prstGeom>
          <a:ln xmlns:a="http://schemas.openxmlformats.org/drawingml/2006/main" w="15240">
            <a:solidFill>
              <a:srgbClr val="BCC7D6"/>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5" name="TextBox 4">
            <a:extLst xmlns:a="http://schemas.openxmlformats.org/drawingml/2006/main">
              <a:ext uri="{FF2B5EF4-FFF2-40B4-BE49-F238E27FC236}">
                <a16:creationId xmlns:a16="http://schemas.microsoft.com/office/drawing/2014/main" id="{85178E69-68A5-C285-2D5C-449DD751045F}"/>
              </a:ext>
            </a:extLst>
          </p:cNvPr>
          <p:cNvSpPr>
            <a:spLocks xmlns:a="http://schemas.openxmlformats.org/drawingml/2006/main" noGrp="1"/>
          </p:cNvSpPr>
          <p:nvPr/>
        </p:nvSpPr>
        <p:spPr>
          <a:xfrm xmlns:a="http://schemas.openxmlformats.org/drawingml/2006/main">
            <a:off x="558800" y="3263900"/>
            <a:ext cx="51816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4800" b="1">
                <a:solidFill>
                  <a:srgbClr val="0B1020"/>
                </a:solidFill>
                <a:latin typeface="Aptos Display"/>
                <a:ea typeface="Aptos Display"/>
                <a:cs typeface="Aptos Display"/>
              </a:rPr>
              <a:t>100+</a:t>
            </a:r>
          </a:p>
        </p:txBody>
      </p:sp>
      <p:sp>
        <p:nvSpPr>
          <p:cNvPr id="6" name="TextBox 5">
            <a:extLst xmlns:a="http://schemas.openxmlformats.org/drawingml/2006/main">
              <a:ext uri="{FF2B5EF4-FFF2-40B4-BE49-F238E27FC236}">
                <a16:creationId xmlns:a16="http://schemas.microsoft.com/office/drawing/2014/main" id="{792FD9CD-780C-4988-3119-AF2BEBC8FDAB}"/>
              </a:ext>
            </a:extLst>
          </p:cNvPr>
          <p:cNvSpPr>
            <a:spLocks xmlns:a="http://schemas.openxmlformats.org/drawingml/2006/main" noGrp="1"/>
          </p:cNvSpPr>
          <p:nvPr/>
        </p:nvSpPr>
        <p:spPr>
          <a:xfrm xmlns:a="http://schemas.openxmlformats.org/drawingml/2006/main">
            <a:off x="558800" y="4165600"/>
            <a:ext cx="4953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a:solidFill>
                  <a:srgbClr val="596579"/>
                </a:solidFill>
                <a:latin typeface="Aptos"/>
                <a:ea typeface="Aptos"/>
                <a:cs typeface="Aptos"/>
              </a:rPr>
              <a:t>AwesomeHR Asana tasks closed</a:t>
            </a:r>
          </a:p>
        </p:txBody>
      </p:sp>
      <p:sp>
        <p:nvSpPr>
          <p:cNvPr id="7" name="Straight Connector 6">
            <a:extLst xmlns:a="http://schemas.openxmlformats.org/drawingml/2006/main">
              <a:ext uri="{FF2B5EF4-FFF2-40B4-BE49-F238E27FC236}">
                <a16:creationId xmlns:a16="http://schemas.microsoft.com/office/drawing/2014/main" id="{1137BAAA-BFE6-4AC2-9B66-CAC5D399D4E1}"/>
              </a:ext>
            </a:extLst>
          </p:cNvPr>
          <p:cNvSpPr>
            <a:spLocks xmlns:a="http://schemas.openxmlformats.org/drawingml/2006/main" noGrp="1"/>
          </p:cNvSpPr>
          <p:nvPr/>
        </p:nvSpPr>
        <p:spPr>
          <a:xfrm xmlns:a="http://schemas.openxmlformats.org/drawingml/2006/main">
            <a:off x="6451600" y="3060700"/>
            <a:ext cx="5181600" cy="0"/>
          </a:xfrm>
          <a:prstGeom xmlns:a="http://schemas.openxmlformats.org/drawingml/2006/main" prst="line">
            <a:avLst/>
          </a:prstGeom>
          <a:ln xmlns:a="http://schemas.openxmlformats.org/drawingml/2006/main" w="15240">
            <a:solidFill>
              <a:srgbClr val="BCC7D6"/>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8" name="TextBox 7">
            <a:extLst xmlns:a="http://schemas.openxmlformats.org/drawingml/2006/main">
              <a:ext uri="{FF2B5EF4-FFF2-40B4-BE49-F238E27FC236}">
                <a16:creationId xmlns:a16="http://schemas.microsoft.com/office/drawing/2014/main" id="{C933D5ED-9C4E-4FB9-7A94-2459CCBF3599}"/>
              </a:ext>
            </a:extLst>
          </p:cNvPr>
          <p:cNvSpPr>
            <a:spLocks xmlns:a="http://schemas.openxmlformats.org/drawingml/2006/main" noGrp="1"/>
          </p:cNvSpPr>
          <p:nvPr/>
        </p:nvSpPr>
        <p:spPr>
          <a:xfrm xmlns:a="http://schemas.openxmlformats.org/drawingml/2006/main">
            <a:off x="6451600" y="3263900"/>
            <a:ext cx="51816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4800" b="1">
                <a:solidFill>
                  <a:srgbClr val="0B1020"/>
                </a:solidFill>
                <a:latin typeface="Aptos Display"/>
                <a:ea typeface="Aptos Display"/>
                <a:cs typeface="Aptos Display"/>
              </a:rPr>
              <a:t>75</a:t>
            </a:r>
          </a:p>
        </p:txBody>
      </p:sp>
      <p:sp>
        <p:nvSpPr>
          <p:cNvPr id="9" name="TextBox 8">
            <a:extLst xmlns:a="http://schemas.openxmlformats.org/drawingml/2006/main">
              <a:ext uri="{FF2B5EF4-FFF2-40B4-BE49-F238E27FC236}">
                <a16:creationId xmlns:a16="http://schemas.microsoft.com/office/drawing/2014/main" id="{432D1E81-F024-6A11-9E5D-2B4C04B0E26D}"/>
              </a:ext>
            </a:extLst>
          </p:cNvPr>
          <p:cNvSpPr>
            <a:spLocks xmlns:a="http://schemas.openxmlformats.org/drawingml/2006/main" noGrp="1"/>
          </p:cNvSpPr>
          <p:nvPr/>
        </p:nvSpPr>
        <p:spPr>
          <a:xfrm xmlns:a="http://schemas.openxmlformats.org/drawingml/2006/main">
            <a:off x="6451600" y="4165600"/>
            <a:ext cx="4953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a:solidFill>
                  <a:srgbClr val="596579"/>
                </a:solidFill>
                <a:latin typeface="Aptos"/>
                <a:ea typeface="Aptos"/>
                <a:cs typeface="Aptos"/>
              </a:rPr>
              <a:t>completed through Factory</a:t>
            </a:r>
          </a:p>
        </p:txBody>
      </p:sp>
      <p:sp>
        <p:nvSpPr>
          <p:cNvPr id="10" name="Rectangle: Rounded Corners 9">
            <a:extLst xmlns:a="http://schemas.openxmlformats.org/drawingml/2006/main">
              <a:ext uri="{FF2B5EF4-FFF2-40B4-BE49-F238E27FC236}">
                <a16:creationId xmlns:a16="http://schemas.microsoft.com/office/drawing/2014/main" id="{52D192BE-A571-3B6F-C4E7-2CB3EB7D9884}"/>
              </a:ext>
            </a:extLst>
          </p:cNvPr>
          <p:cNvSpPr>
            <a:spLocks xmlns:a="http://schemas.openxmlformats.org/drawingml/2006/main" noGrp="1"/>
          </p:cNvSpPr>
          <p:nvPr/>
        </p:nvSpPr>
        <p:spPr>
          <a:xfrm xmlns:a="http://schemas.openxmlformats.org/drawingml/2006/main">
            <a:off x="558800" y="5105400"/>
            <a:ext cx="10744200" cy="914400"/>
          </a:xfrm>
          <a:prstGeom xmlns:a="http://schemas.openxmlformats.org/drawingml/2006/main" prst="roundRect">
            <a:avLst/>
          </a:prstGeom>
          <a:solidFill xmlns:a="http://schemas.openxmlformats.org/drawingml/2006/main">
            <a:srgbClr val="DDF6EC"/>
          </a:solidFill>
          <a:ln xmlns:a="http://schemas.openxmlformats.org/drawingml/2006/main" w="19050" cmpd="sng">
            <a:noFill/>
            <a:prstDash val="solid"/>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1" name="TextBox 10">
            <a:extLst xmlns:a="http://schemas.openxmlformats.org/drawingml/2006/main">
              <a:ext uri="{FF2B5EF4-FFF2-40B4-BE49-F238E27FC236}">
                <a16:creationId xmlns:a16="http://schemas.microsoft.com/office/drawing/2014/main" id="{AB4DFDAD-4F0D-02CA-48B7-84C3B99D81C2}"/>
              </a:ext>
            </a:extLst>
          </p:cNvPr>
          <p:cNvSpPr>
            <a:spLocks xmlns:a="http://schemas.openxmlformats.org/drawingml/2006/main" noGrp="1"/>
          </p:cNvSpPr>
          <p:nvPr/>
        </p:nvSpPr>
        <p:spPr>
          <a:xfrm xmlns:a="http://schemas.openxmlformats.org/drawingml/2006/main">
            <a:off x="863600" y="5283200"/>
            <a:ext cx="3937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700" b="1">
                <a:solidFill>
                  <a:srgbClr val="0B1020"/>
                </a:solidFill>
                <a:latin typeface="Aptos"/>
                <a:ea typeface="Aptos"/>
                <a:cs typeface="Aptos"/>
              </a:rPr>
              <a:t>CLAUDE + CODEX</a:t>
            </a:r>
          </a:p>
        </p:txBody>
      </p:sp>
      <p:sp>
        <p:nvSpPr>
          <p:cNvPr id="12" name="TextBox 11">
            <a:extLst xmlns:a="http://schemas.openxmlformats.org/drawingml/2006/main">
              <a:ext uri="{FF2B5EF4-FFF2-40B4-BE49-F238E27FC236}">
                <a16:creationId xmlns:a16="http://schemas.microsoft.com/office/drawing/2014/main" id="{68928151-4F5C-E19E-B911-62B3050B39F7}"/>
              </a:ext>
            </a:extLst>
          </p:cNvPr>
          <p:cNvSpPr>
            <a:spLocks xmlns:a="http://schemas.openxmlformats.org/drawingml/2006/main" noGrp="1"/>
          </p:cNvSpPr>
          <p:nvPr/>
        </p:nvSpPr>
        <p:spPr>
          <a:xfrm xmlns:a="http://schemas.openxmlformats.org/drawingml/2006/main">
            <a:off x="863600" y="5613400"/>
            <a:ext cx="3937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300">
                <a:solidFill>
                  <a:srgbClr val="596579"/>
                </a:solidFill>
                <a:latin typeface="Cascadia Mono"/>
                <a:ea typeface="Cascadia Mono"/>
                <a:cs typeface="Cascadia Mono"/>
              </a:rPr>
              <a:t>worker runtimes</a:t>
            </a:r>
          </a:p>
        </p:txBody>
      </p:sp>
      <p:sp>
        <p:nvSpPr>
          <p:cNvPr id="13" name="Straight Connector 12">
            <a:extLst xmlns:a="http://schemas.openxmlformats.org/drawingml/2006/main">
              <a:ext uri="{FF2B5EF4-FFF2-40B4-BE49-F238E27FC236}">
                <a16:creationId xmlns:a16="http://schemas.microsoft.com/office/drawing/2014/main" id="{AAEE7AB9-6854-4591-BC01-291BBA57631C}"/>
              </a:ext>
            </a:extLst>
          </p:cNvPr>
          <p:cNvSpPr>
            <a:spLocks xmlns:a="http://schemas.openxmlformats.org/drawingml/2006/main" noGrp="1"/>
          </p:cNvSpPr>
          <p:nvPr/>
        </p:nvSpPr>
        <p:spPr>
          <a:xfrm xmlns:a="http://schemas.openxmlformats.org/drawingml/2006/main">
            <a:off x="5664200" y="5257800"/>
            <a:ext cx="0" cy="596900"/>
          </a:xfrm>
          <a:prstGeom xmlns:a="http://schemas.openxmlformats.org/drawingml/2006/main" prst="line">
            <a:avLst/>
          </a:prstGeom>
          <a:ln xmlns:a="http://schemas.openxmlformats.org/drawingml/2006/main" w="15240">
            <a:solidFill>
              <a:srgbClr val="BCC7D6"/>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sp>
        <p:nvSpPr>
          <p:cNvPr id="14" name="TextBox 13">
            <a:extLst xmlns:a="http://schemas.openxmlformats.org/drawingml/2006/main">
              <a:ext uri="{FF2B5EF4-FFF2-40B4-BE49-F238E27FC236}">
                <a16:creationId xmlns:a16="http://schemas.microsoft.com/office/drawing/2014/main" id="{901ACA55-AA75-A425-35D3-9617AD1C9CEC}"/>
              </a:ext>
            </a:extLst>
          </p:cNvPr>
          <p:cNvSpPr>
            <a:spLocks xmlns:a="http://schemas.openxmlformats.org/drawingml/2006/main" noGrp="1"/>
          </p:cNvSpPr>
          <p:nvPr/>
        </p:nvSpPr>
        <p:spPr>
          <a:xfrm xmlns:a="http://schemas.openxmlformats.org/drawingml/2006/main">
            <a:off x="6070600" y="5283200"/>
            <a:ext cx="4572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b="1">
                <a:solidFill>
                  <a:srgbClr val="19A974"/>
                </a:solidFill>
                <a:latin typeface="Aptos"/>
                <a:ea typeface="Aptos"/>
                <a:cs typeface="Aptos"/>
              </a:rPr>
              <a:t>✓  Full lifecycle tested</a:t>
            </a:r>
          </a:p>
        </p:txBody>
      </p:sp>
      <p:sp>
        <p:nvSpPr>
          <p:cNvPr id="15" name="TextBox 14">
            <a:extLst xmlns:a="http://schemas.openxmlformats.org/drawingml/2006/main">
              <a:ext uri="{FF2B5EF4-FFF2-40B4-BE49-F238E27FC236}">
                <a16:creationId xmlns:a16="http://schemas.microsoft.com/office/drawing/2014/main" id="{CF61EA5C-8595-A4B5-0243-9209806222D9}"/>
              </a:ext>
            </a:extLst>
          </p:cNvPr>
          <p:cNvSpPr>
            <a:spLocks xmlns:a="http://schemas.openxmlformats.org/drawingml/2006/main" noGrp="1"/>
          </p:cNvSpPr>
          <p:nvPr/>
        </p:nvSpPr>
        <p:spPr>
          <a:xfrm xmlns:a="http://schemas.openxmlformats.org/drawingml/2006/main">
            <a:off x="6070600" y="5626100"/>
            <a:ext cx="48260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r>
              <a:rPr sz="1200">
                <a:solidFill>
                  <a:srgbClr val="0B1020"/>
                </a:solidFill>
                <a:latin typeface="Cascadia Mono"/>
                <a:ea typeface="Cascadia Mono"/>
                <a:cs typeface="Cascadia Mono"/>
              </a:rPr>
              <a:t>worker · DB · preview · review · publish · cleanup</a:t>
            </a:r>
          </a:p>
        </p:txBody>
      </p:sp>
      <p:sp>
        <p:nvSpPr>
          <p:cNvPr id="16" name="TextBox 15">
            <a:extLst xmlns:a="http://schemas.openxmlformats.org/drawingml/2006/main">
              <a:ext uri="{FF2B5EF4-FFF2-40B4-BE49-F238E27FC236}">
                <a16:creationId xmlns:a16="http://schemas.microsoft.com/office/drawing/2014/main" id="{66FDDBAC-A2E0-61D6-2C42-A7C61C4EF9D0}"/>
              </a:ext>
            </a:extLst>
          </p:cNvPr>
          <p:cNvSpPr>
            <a:spLocks xmlns:a="http://schemas.openxmlformats.org/drawingml/2006/main" noGrp="1"/>
          </p:cNvSpPr>
          <p:nvPr/>
        </p:nvSpPr>
        <p:spPr>
          <a:xfrm xmlns:a="http://schemas.openxmlformats.org/drawingml/2006/main">
            <a:off x="558800" y="6273800"/>
            <a:ext cx="10744200" cy="276999"/>
          </a:xfrm>
          <a:prstGeom xmlns:a="http://schemas.openxmlformats.org/drawingml/2006/main" prst="rect">
            <a:avLst/>
          </a:prstGeom>
          <a:noFill xmlns:a="http://schemas.openxmlformats.org/drawingml/2006/main"/>
        </p:spPr>
        <p:txBody>
          <a:bodyPr xmlns:a="http://schemas.openxmlformats.org/drawingml/2006/main" vert="horz" wrap="square" lIns="0" tIns="0" rIns="0" bIns="0" anchor="t">
            <a:noAutofit/>
          </a:bodyPr>
          <a:lstStyle xmlns:a="http://schemas.openxmlformats.org/drawingml/2006/main"/>
          <a:p xmlns:a="http://schemas.openxmlformats.org/drawingml/2006/main">
            <a:pPr algn="ctr">
              <a:buNone/>
            </a:pPr>
            <a:r>
              <a:rPr sz="1400" b="1">
                <a:solidFill>
                  <a:srgbClr val="0B1020"/>
                </a:solidFill>
                <a:latin typeface="Cascadia Mono"/>
                <a:ea typeface="Cascadia Mono"/>
                <a:cs typeface="Cascadia Mono"/>
              </a:rPr>
              <a:t>factory new   →   factory status   →   factory go</a:t>
            </a:r>
          </a:p>
        </p:txBody>
      </p:sp>
    </p:spTree>
    <p:extLst>
      <p:ext uri="{BB962C8B-B14F-4D97-AF65-F5344CB8AC3E}">
        <p14:creationId xmlns:p14="http://schemas.microsoft.com/office/powerpoint/2010/main" val="3786768506"/>
      </p:ext>
    </p:extLst>
  </p:cSld>
</p:sld>
</file>

<file path=ppt/theme/theme1.xml><?xml version="1.0" encoding="utf-8"?>
<a:theme xmlns:a="http://schemas.openxmlformats.org/drawingml/2006/main" name="Archway">
  <a:themeElements>
    <a:clrScheme name="Archway">
      <a:dk1>
        <a:sysClr val="windowText" lastClr="000000"/>
      </a:dk1>
      <a:lt1>
        <a:sysClr val="window" lastClr="FFFFFF"/>
      </a:lt1>
      <a:dk2>
        <a:srgbClr val="424C4E"/>
      </a:dk2>
      <a:lt2>
        <a:srgbClr val="EDE9E7"/>
      </a:lt2>
      <a:accent1>
        <a:srgbClr val="9FA597"/>
      </a:accent1>
      <a:accent2>
        <a:srgbClr val="AEA67E"/>
      </a:accent2>
      <a:accent3>
        <a:srgbClr val="957D71"/>
      </a:accent3>
      <a:accent4>
        <a:srgbClr val="C88769"/>
      </a:accent4>
      <a:accent5>
        <a:srgbClr val="97A4AA"/>
      </a:accent5>
      <a:accent6>
        <a:srgbClr val="9FA4A5"/>
      </a:accent6>
      <a:hlink>
        <a:srgbClr val="8C9484"/>
      </a:hlink>
      <a:folHlink>
        <a:srgbClr val="C17957"/>
      </a:folHlink>
    </a:clrScheme>
    <a:fontScheme name="Archway">
      <a:majorFont>
        <a:latin typeface="Felix Titling"/>
        <a:ea typeface=""/>
        <a:cs typeface=""/>
      </a:majorFont>
      <a:minorFont>
        <a:latin typeface="Goudy Old Style"/>
        <a:ea typeface=""/>
        <a:cs typeface=""/>
      </a:minorFont>
    </a:fontScheme>
    <a:fmtScheme name="Archway">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2026-08-28T22:27:53.1120000Z</dcterms:created>
  <dcterms:modified xsi:type="dcterms:W3CDTF">2026-08-28T22:27:53.1120000Z</dcterms:modified>
</coreProperties>
</file>